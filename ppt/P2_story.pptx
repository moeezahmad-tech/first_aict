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8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D3AD0-1239-08AC-75B1-C4A9273BFD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C331B8-6BD6-C0EF-69C3-583B2F708D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B50E77-ABFA-CF04-20FB-2391EC0EB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932AC-287F-4DE5-9E72-7AB9CE75D5A6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D69A36-DC00-83A9-0F80-E29C246DE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B0700D-A6FD-DC80-F27D-26E0CC286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926DC-FEDD-4568-A801-53758CAE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3948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1000">
        <p159:morph option="byObject"/>
      </p:transition>
    </mc:Choice>
    <mc:Fallback>
      <p:transition spd="slow" advTm="1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259CA-D467-E008-0B42-2E0F9EE69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88585-B807-2BD0-1CB1-D7A58574C3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11DFF-A540-51C1-7899-7E11BA671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932AC-287F-4DE5-9E72-7AB9CE75D5A6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8981B-1103-E8CB-B2EB-0269070C6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3237EE-BC30-D320-5299-78D4CB166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926DC-FEDD-4568-A801-53758CAE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7758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1000">
        <p159:morph option="byObject"/>
      </p:transition>
    </mc:Choice>
    <mc:Fallback>
      <p:transition spd="slow" advTm="1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0A18C-5863-A818-4A09-63707F420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505EF5-0683-0A46-1772-68760C0CA2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24CC7-40BF-5D70-B576-493292D66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932AC-287F-4DE5-9E72-7AB9CE75D5A6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39898-A312-D08F-1293-D6F49BA10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67E1D-0F12-7A84-E1FC-4FDCBD0C1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926DC-FEDD-4568-A801-53758CAE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2814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1000">
        <p159:morph option="byObject"/>
      </p:transition>
    </mc:Choice>
    <mc:Fallback>
      <p:transition spd="slow" advTm="1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C5053-FC4E-FAB4-4AA2-AB58585B6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1E75F-EFA5-A75F-D6A8-F153C7AD12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A7E184-1DB4-517C-EAAF-F8FC64E6B6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8145CF-B492-BC5A-34F8-1194D8831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932AC-287F-4DE5-9E72-7AB9CE75D5A6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1EB11D-1CD3-371D-BFF6-7CEAEA2BC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5623F5-1717-EB3C-04A9-33875F317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926DC-FEDD-4568-A801-53758CAE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6785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1000">
        <p159:morph option="byObject"/>
      </p:transition>
    </mc:Choice>
    <mc:Fallback>
      <p:transition spd="slow" advTm="1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FC1ED-539C-3F09-67C2-E22025486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4D70AB-8620-34A3-82B2-EE80C3698E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27CC19-41E8-B194-9EFC-7A4818607D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1DFAB3-68EA-5E03-3197-F54CEC4C82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19FA58-9CC5-DA14-C13C-3370EC8819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8625F9-0845-EBFB-AB8D-B79DE3C97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932AC-287F-4DE5-9E72-7AB9CE75D5A6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0BA770-494C-8575-C6AA-8B3465512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B6DC9F-602C-453E-6F01-AF91CAE66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926DC-FEDD-4568-A801-53758CAE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5866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1000">
        <p159:morph option="byObject"/>
      </p:transition>
    </mc:Choice>
    <mc:Fallback>
      <p:transition spd="slow" advTm="1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EA71D-7218-47EC-761E-0B92832AA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4578F5-21FA-D1BD-7228-4BC4C2BF2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932AC-287F-4DE5-9E72-7AB9CE75D5A6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5225FE-58CC-C6A7-D24A-F0F31F0D0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F0E1CE-90BA-5497-0C5A-3C1E31401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926DC-FEDD-4568-A801-53758CAE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3812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1000">
        <p159:morph option="byObject"/>
      </p:transition>
    </mc:Choice>
    <mc:Fallback>
      <p:transition spd="slow" advTm="1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F6B2E1-D484-E22F-70DC-1F25176EC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932AC-287F-4DE5-9E72-7AB9CE75D5A6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D296C7-6A7F-C1AD-5D98-7D272D4E1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E7D2EE-5B58-EB83-6403-54CCCB20B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926DC-FEDD-4568-A801-53758CAE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4197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1000">
        <p159:morph option="byObject"/>
      </p:transition>
    </mc:Choice>
    <mc:Fallback>
      <p:transition spd="slow" advTm="1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0E9D9-8C09-F068-3BBE-5E8A22EB4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661EC-A375-E1CD-627C-503BD8028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67A349-5B97-6702-F7EC-CD4196077C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46714-141A-7BC7-EDA9-04EC16E4A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932AC-287F-4DE5-9E72-7AB9CE75D5A6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88BAF5-290B-810C-C653-30FD67A78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7698CD-797C-DD5E-CC39-1252B5334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926DC-FEDD-4568-A801-53758CAE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2755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1000">
        <p159:morph option="byObject"/>
      </p:transition>
    </mc:Choice>
    <mc:Fallback>
      <p:transition spd="slow" advTm="1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B68D5-1CAA-B1D1-6ED3-CE4C77556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E189C8-E448-FA81-8456-DFC5A833A7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FF21F7-10AB-60E0-5944-83C9768050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15ABE0-010A-7E1B-90CA-BF88EAF12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932AC-287F-4DE5-9E72-7AB9CE75D5A6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7EA005-5A45-F12F-D8A1-DBFD8718C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E09922-A8B5-8D6E-AE27-3FD103602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926DC-FEDD-4568-A801-53758CAE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6310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1000">
        <p159:morph option="byObject"/>
      </p:transition>
    </mc:Choice>
    <mc:Fallback>
      <p:transition spd="slow" advTm="1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A5B95-647B-9910-29AB-94DDC775B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DBA1BD-D3FD-7447-1A01-2B453E91A4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44F01-659C-7AF9-F46B-4722B2BF0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932AC-287F-4DE5-9E72-7AB9CE75D5A6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FEAB7-789B-E9F5-E036-39D04EE94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6E8D5A-241B-1D3A-A418-670AE21C3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926DC-FEDD-4568-A801-53758CAE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8060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1000">
        <p159:morph option="byObject"/>
      </p:transition>
    </mc:Choice>
    <mc:Fallback>
      <p:transition spd="slow" advTm="1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A8F22C-F9F7-567A-3F09-08AA577727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260A25-2D26-74B7-AE7A-D0C24B5E92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642DE3-F681-927E-9D63-83A0D1C39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932AC-287F-4DE5-9E72-7AB9CE75D5A6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F2218-E549-E68D-D800-4ABB39FCA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D406A-C098-8327-CC50-C419DCADB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926DC-FEDD-4568-A801-53758CAE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3666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1000">
        <p159:morph option="byObject"/>
      </p:transition>
    </mc:Choice>
    <mc:Fallback>
      <p:transition spd="slow" advTm="1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84315F-7CA5-343E-E2F8-22A226558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791A4E-238E-5EDB-10D7-7352F7440A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332672-1D42-7AEB-A833-AD30E099D5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6932AC-287F-4DE5-9E72-7AB9CE75D5A6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EE12B6-8250-6A1C-F20B-CAA0EFA66C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292E6-F481-67C3-B33F-67A07F834F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B926DC-FEDD-4568-A801-53758CAE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396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1000">
        <p159:morph option="byObject"/>
      </p:transition>
    </mc:Choice>
    <mc:Fallback>
      <p:transition spd="slow" advTm="1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4" Type="http://schemas.microsoft.com/office/2007/relationships/hdphoto" Target="../media/hdphoto3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4" Type="http://schemas.microsoft.com/office/2007/relationships/hdphoto" Target="../media/hdphoto3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4" Type="http://schemas.microsoft.com/office/2007/relationships/hdphoto" Target="../media/hdphoto3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4" Type="http://schemas.microsoft.com/office/2007/relationships/hdphoto" Target="../media/hdphoto3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4" Type="http://schemas.microsoft.com/office/2007/relationships/hdphoto" Target="../media/hdphoto4.wdp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microsoft.com/office/2007/relationships/hdphoto" Target="../media/hdphoto4.wdp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7" Type="http://schemas.microsoft.com/office/2007/relationships/hdphoto" Target="../media/hdphoto3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7" Type="http://schemas.microsoft.com/office/2007/relationships/hdphoto" Target="../media/hdphoto3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microsoft.com/office/2007/relationships/hdphoto" Target="../media/hdphoto5.wdp"/><Relationship Id="rId7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6.wdp"/><Relationship Id="rId4" Type="http://schemas.openxmlformats.org/officeDocument/2006/relationships/image" Target="../media/image9.png"/><Relationship Id="rId9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B13ED-8BE7-A414-513B-A329FBAE86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64508" y="382526"/>
            <a:ext cx="8096385" cy="2749062"/>
          </a:xfrm>
        </p:spPr>
        <p:txBody>
          <a:bodyPr>
            <a:noAutofit/>
          </a:bodyPr>
          <a:lstStyle/>
          <a:p>
            <a:r>
              <a:rPr lang="en-US" sz="96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Impact" panose="020B0806030902050204" pitchFamily="34" charset="0"/>
              </a:rPr>
              <a:t>Race Between Rabbit &amp; Turtle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9A2332-3142-FD81-E28F-C61461E94D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16554" y="2834176"/>
            <a:ext cx="7359962" cy="594824"/>
          </a:xfrm>
        </p:spPr>
        <p:txBody>
          <a:bodyPr>
            <a:normAutofit fontScale="92500"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A Famous Fable Where The Rabbit  Wins through Rocket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7E0E99-F525-78B9-1731-43B8AB7F0F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3672" l="10000" r="94297">
                        <a14:foregroundMark x1="9297" y1="27344" x2="18047" y2="15313"/>
                        <a14:foregroundMark x1="18047" y1="15313" x2="31484" y2="9844"/>
                        <a14:foregroundMark x1="31484" y1="9844" x2="41406" y2="20469"/>
                        <a14:foregroundMark x1="41406" y1="20469" x2="40859" y2="46641"/>
                        <a14:foregroundMark x1="40859" y1="46641" x2="54844" y2="55625"/>
                        <a14:foregroundMark x1="54844" y1="55625" x2="62031" y2="68906"/>
                        <a14:foregroundMark x1="62031" y1="68906" x2="60938" y2="51797"/>
                        <a14:foregroundMark x1="60938" y1="51797" x2="66406" y2="38281"/>
                        <a14:foregroundMark x1="66406" y1="38281" x2="78672" y2="48281"/>
                        <a14:foregroundMark x1="78672" y1="48281" x2="83125" y2="66797"/>
                        <a14:foregroundMark x1="83125" y1="66797" x2="95938" y2="77109"/>
                        <a14:foregroundMark x1="95938" y1="77109" x2="82266" y2="71016"/>
                        <a14:foregroundMark x1="73670" y1="78222" x2="69219" y2="81953"/>
                        <a14:foregroundMark x1="82266" y1="71016" x2="78330" y2="74315"/>
                        <a14:foregroundMark x1="69219" y1="81953" x2="75938" y2="90078"/>
                        <a14:foregroundMark x1="92656" y1="71641" x2="94297" y2="83281"/>
                        <a14:foregroundMark x1="66953" y1="91953" x2="69609" y2="93672"/>
                        <a14:backgroundMark x1="75000" y1="77031" x2="76250" y2="76172"/>
                        <a14:backgroundMark x1="77266" y1="75000" x2="77422" y2="74609"/>
                        <a14:backgroundMark x1="77109" y1="75625" x2="78203" y2="74609"/>
                        <a14:backgroundMark x1="76641" y1="75625" x2="76797" y2="77266"/>
                        <a14:backgroundMark x1="74375" y1="76406" x2="75469" y2="791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1127" y="3344984"/>
            <a:ext cx="3723676" cy="372367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2F0645-34A3-6CE6-D6B5-EFD6B3F3B7F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469" l="24297" r="80078">
                        <a14:foregroundMark x1="43594" y1="10078" x2="39766" y2="10938"/>
                        <a14:foregroundMark x1="52188" y1="11484" x2="49844" y2="11250"/>
                        <a14:foregroundMark x1="61172" y1="87656" x2="43594" y2="86719"/>
                        <a14:foregroundMark x1="43594" y1="86719" x2="38359" y2="89609"/>
                        <a14:foregroundMark x1="61172" y1="89141" x2="54766" y2="90469"/>
                      </a14:backgroundRemoval>
                    </a14:imgEffect>
                    <a14:imgEffect>
                      <a14:saturation sat="12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357" t="1764" r="12767" b="3891"/>
          <a:stretch/>
        </p:blipFill>
        <p:spPr>
          <a:xfrm flipH="1">
            <a:off x="-115102" y="1847273"/>
            <a:ext cx="3278199" cy="4948204"/>
          </a:xfrm>
          <a:prstGeom prst="ellipse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270122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1000">
        <p159:morph option="byObject"/>
      </p:transition>
    </mc:Choice>
    <mc:Fallback>
      <p:transition spd="slow" advTm="1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7E0E99-F525-78B9-1731-43B8AB7F0F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3672" l="10000" r="94297">
                        <a14:foregroundMark x1="9297" y1="27344" x2="18047" y2="15313"/>
                        <a14:foregroundMark x1="18047" y1="15313" x2="31484" y2="9844"/>
                        <a14:foregroundMark x1="31484" y1="9844" x2="41406" y2="20469"/>
                        <a14:foregroundMark x1="41406" y1="20469" x2="40859" y2="46641"/>
                        <a14:foregroundMark x1="40859" y1="46641" x2="54844" y2="55625"/>
                        <a14:foregroundMark x1="54844" y1="55625" x2="62031" y2="68906"/>
                        <a14:foregroundMark x1="62031" y1="68906" x2="60938" y2="51797"/>
                        <a14:foregroundMark x1="60938" y1="51797" x2="66406" y2="38281"/>
                        <a14:foregroundMark x1="66406" y1="38281" x2="78672" y2="48281"/>
                        <a14:foregroundMark x1="78672" y1="48281" x2="83125" y2="66797"/>
                        <a14:foregroundMark x1="83125" y1="66797" x2="95938" y2="77109"/>
                        <a14:foregroundMark x1="95938" y1="77109" x2="82266" y2="71016"/>
                        <a14:foregroundMark x1="73670" y1="78222" x2="69219" y2="81953"/>
                        <a14:foregroundMark x1="82266" y1="71016" x2="78330" y2="74315"/>
                        <a14:foregroundMark x1="69219" y1="81953" x2="75938" y2="90078"/>
                        <a14:foregroundMark x1="92656" y1="71641" x2="94297" y2="83281"/>
                        <a14:foregroundMark x1="66953" y1="91953" x2="69609" y2="93672"/>
                        <a14:backgroundMark x1="75000" y1="77031" x2="76250" y2="76172"/>
                        <a14:backgroundMark x1="77266" y1="75000" x2="77422" y2="74609"/>
                        <a14:backgroundMark x1="77109" y1="75625" x2="78203" y2="74609"/>
                        <a14:backgroundMark x1="76641" y1="75625" x2="76797" y2="77266"/>
                        <a14:backgroundMark x1="74375" y1="76406" x2="75469" y2="791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1127" y="3344984"/>
            <a:ext cx="3723676" cy="372367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2F0645-34A3-6CE6-D6B5-EFD6B3F3B7F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469" l="24297" r="80078">
                        <a14:foregroundMark x1="43594" y1="10078" x2="39766" y2="10938"/>
                        <a14:foregroundMark x1="52188" y1="11484" x2="49844" y2="11250"/>
                        <a14:foregroundMark x1="61172" y1="87656" x2="43594" y2="86719"/>
                        <a14:foregroundMark x1="43594" y1="86719" x2="38359" y2="89609"/>
                        <a14:foregroundMark x1="61172" y1="89141" x2="54766" y2="90469"/>
                      </a14:backgroundRemoval>
                    </a14:imgEffect>
                    <a14:imgEffect>
                      <a14:saturation sat="12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357" t="1764" r="12767" b="3891"/>
          <a:stretch/>
        </p:blipFill>
        <p:spPr>
          <a:xfrm flipH="1">
            <a:off x="-115102" y="1847273"/>
            <a:ext cx="3278199" cy="4948204"/>
          </a:xfrm>
          <a:prstGeom prst="ellipse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Thought Bubble: Cloud 7">
            <a:extLst>
              <a:ext uri="{FF2B5EF4-FFF2-40B4-BE49-F238E27FC236}">
                <a16:creationId xmlns:a16="http://schemas.microsoft.com/office/drawing/2014/main" id="{6A11DCE7-4912-8323-69E3-95A57A267604}"/>
              </a:ext>
            </a:extLst>
          </p:cNvPr>
          <p:cNvSpPr/>
          <p:nvPr/>
        </p:nvSpPr>
        <p:spPr>
          <a:xfrm flipH="1">
            <a:off x="6095999" y="1347088"/>
            <a:ext cx="3723674" cy="1997895"/>
          </a:xfrm>
          <a:prstGeom prst="cloud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9A2332-3142-FD81-E28F-C61461E94D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67497" y="1769118"/>
            <a:ext cx="2645242" cy="1153834"/>
          </a:xfrm>
        </p:spPr>
        <p:txBody>
          <a:bodyPr>
            <a:noAutofit/>
          </a:bodyPr>
          <a:lstStyle/>
          <a:p>
            <a:r>
              <a:rPr lang="en-US" sz="20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Rabbit Bhai ja </a:t>
            </a:r>
            <a:r>
              <a:rPr lang="en-US" sz="2000" dirty="0" err="1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ker</a:t>
            </a:r>
            <a:r>
              <a:rPr lang="en-US" sz="20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 Sabzi la go .. </a:t>
            </a:r>
            <a:r>
              <a:rPr lang="en-US" sz="2000" dirty="0" err="1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Bhook</a:t>
            </a:r>
            <a:r>
              <a:rPr lang="en-US" sz="20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 lag </a:t>
            </a:r>
            <a:r>
              <a:rPr lang="en-US" sz="2000" dirty="0" err="1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rahi</a:t>
            </a:r>
            <a:r>
              <a:rPr lang="en-US" sz="20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 ha</a:t>
            </a:r>
          </a:p>
        </p:txBody>
      </p:sp>
    </p:spTree>
    <p:extLst>
      <p:ext uri="{BB962C8B-B14F-4D97-AF65-F5344CB8AC3E}">
        <p14:creationId xmlns:p14="http://schemas.microsoft.com/office/powerpoint/2010/main" val="41300424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1000">
        <p159:morph option="byObject"/>
      </p:transition>
    </mc:Choice>
    <mc:Fallback>
      <p:transition spd="slow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7E0E99-F525-78B9-1731-43B8AB7F0F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3672" l="10000" r="94297">
                        <a14:foregroundMark x1="9297" y1="27344" x2="18047" y2="15313"/>
                        <a14:foregroundMark x1="18047" y1="15313" x2="31484" y2="9844"/>
                        <a14:foregroundMark x1="31484" y1="9844" x2="41406" y2="20469"/>
                        <a14:foregroundMark x1="41406" y1="20469" x2="40859" y2="46641"/>
                        <a14:foregroundMark x1="40859" y1="46641" x2="54844" y2="55625"/>
                        <a14:foregroundMark x1="54844" y1="55625" x2="62031" y2="68906"/>
                        <a14:foregroundMark x1="62031" y1="68906" x2="60938" y2="51797"/>
                        <a14:foregroundMark x1="60938" y1="51797" x2="66406" y2="38281"/>
                        <a14:foregroundMark x1="66406" y1="38281" x2="78672" y2="48281"/>
                        <a14:foregroundMark x1="78672" y1="48281" x2="83125" y2="66797"/>
                        <a14:foregroundMark x1="83125" y1="66797" x2="95938" y2="77109"/>
                        <a14:foregroundMark x1="95938" y1="77109" x2="82266" y2="71016"/>
                        <a14:foregroundMark x1="73670" y1="78222" x2="69219" y2="81953"/>
                        <a14:foregroundMark x1="82266" y1="71016" x2="78330" y2="74315"/>
                        <a14:foregroundMark x1="69219" y1="81953" x2="75938" y2="90078"/>
                        <a14:foregroundMark x1="92656" y1="71641" x2="94297" y2="83281"/>
                        <a14:foregroundMark x1="66953" y1="91953" x2="69609" y2="93672"/>
                        <a14:backgroundMark x1="75000" y1="77031" x2="76250" y2="76172"/>
                        <a14:backgroundMark x1="77266" y1="75000" x2="77422" y2="74609"/>
                        <a14:backgroundMark x1="77109" y1="75625" x2="78203" y2="74609"/>
                        <a14:backgroundMark x1="76641" y1="75625" x2="76797" y2="77266"/>
                        <a14:backgroundMark x1="74375" y1="76406" x2="75469" y2="791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1127" y="3344984"/>
            <a:ext cx="3723676" cy="372367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2F0645-34A3-6CE6-D6B5-EFD6B3F3B7F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469" l="24297" r="80078">
                        <a14:foregroundMark x1="43594" y1="10078" x2="39766" y2="10938"/>
                        <a14:foregroundMark x1="52188" y1="11484" x2="49844" y2="11250"/>
                        <a14:foregroundMark x1="61172" y1="87656" x2="43594" y2="86719"/>
                        <a14:foregroundMark x1="43594" y1="86719" x2="38359" y2="89609"/>
                        <a14:foregroundMark x1="61172" y1="89141" x2="54766" y2="90469"/>
                      </a14:backgroundRemoval>
                    </a14:imgEffect>
                    <a14:imgEffect>
                      <a14:saturation sat="12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357" t="1764" r="12767" b="3891"/>
          <a:stretch/>
        </p:blipFill>
        <p:spPr>
          <a:xfrm flipH="1">
            <a:off x="-115102" y="1847273"/>
            <a:ext cx="3278199" cy="4948204"/>
          </a:xfrm>
          <a:prstGeom prst="ellipse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Thought Bubble: Cloud 7">
            <a:extLst>
              <a:ext uri="{FF2B5EF4-FFF2-40B4-BE49-F238E27FC236}">
                <a16:creationId xmlns:a16="http://schemas.microsoft.com/office/drawing/2014/main" id="{6A11DCE7-4912-8323-69E3-95A57A267604}"/>
              </a:ext>
            </a:extLst>
          </p:cNvPr>
          <p:cNvSpPr/>
          <p:nvPr/>
        </p:nvSpPr>
        <p:spPr>
          <a:xfrm flipH="1">
            <a:off x="6095999" y="1347088"/>
            <a:ext cx="3723674" cy="1997895"/>
          </a:xfrm>
          <a:prstGeom prst="cloud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9A2332-3142-FD81-E28F-C61461E94D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67497" y="1769118"/>
            <a:ext cx="2645242" cy="1153834"/>
          </a:xfrm>
        </p:spPr>
        <p:txBody>
          <a:bodyPr>
            <a:noAutofit/>
          </a:bodyPr>
          <a:lstStyle/>
          <a:p>
            <a:r>
              <a:rPr lang="en-US" sz="20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Rabbit Bhai ja </a:t>
            </a:r>
            <a:r>
              <a:rPr lang="en-US" sz="2000" dirty="0" err="1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ker</a:t>
            </a:r>
            <a:r>
              <a:rPr lang="en-US" sz="20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 Sabzi la go .. </a:t>
            </a:r>
            <a:r>
              <a:rPr lang="en-US" sz="2000" dirty="0" err="1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Bhook</a:t>
            </a:r>
            <a:r>
              <a:rPr lang="en-US" sz="20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 lag </a:t>
            </a:r>
            <a:r>
              <a:rPr lang="en-US" sz="2000" dirty="0" err="1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rahi</a:t>
            </a:r>
            <a:r>
              <a:rPr lang="en-US" sz="20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 ha</a:t>
            </a:r>
          </a:p>
        </p:txBody>
      </p:sp>
    </p:spTree>
    <p:extLst>
      <p:ext uri="{BB962C8B-B14F-4D97-AF65-F5344CB8AC3E}">
        <p14:creationId xmlns:p14="http://schemas.microsoft.com/office/powerpoint/2010/main" val="5543025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1000">
        <p159:morph option="byObject"/>
      </p:transition>
    </mc:Choice>
    <mc:Fallback>
      <p:transition spd="slow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6" presetClass="exit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7E0E99-F525-78B9-1731-43B8AB7F0F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3672" l="10000" r="94297">
                        <a14:foregroundMark x1="9297" y1="27344" x2="18047" y2="15313"/>
                        <a14:foregroundMark x1="18047" y1="15313" x2="31484" y2="9844"/>
                        <a14:foregroundMark x1="31484" y1="9844" x2="41406" y2="20469"/>
                        <a14:foregroundMark x1="41406" y1="20469" x2="40859" y2="46641"/>
                        <a14:foregroundMark x1="40859" y1="46641" x2="54844" y2="55625"/>
                        <a14:foregroundMark x1="54844" y1="55625" x2="62031" y2="68906"/>
                        <a14:foregroundMark x1="62031" y1="68906" x2="60938" y2="51797"/>
                        <a14:foregroundMark x1="60938" y1="51797" x2="66406" y2="38281"/>
                        <a14:foregroundMark x1="66406" y1="38281" x2="78672" y2="48281"/>
                        <a14:foregroundMark x1="78672" y1="48281" x2="83125" y2="66797"/>
                        <a14:foregroundMark x1="83125" y1="66797" x2="95938" y2="77109"/>
                        <a14:foregroundMark x1="95938" y1="77109" x2="82266" y2="71016"/>
                        <a14:foregroundMark x1="73670" y1="78222" x2="69219" y2="81953"/>
                        <a14:foregroundMark x1="82266" y1="71016" x2="78330" y2="74315"/>
                        <a14:foregroundMark x1="69219" y1="81953" x2="75938" y2="90078"/>
                        <a14:foregroundMark x1="92656" y1="71641" x2="94297" y2="83281"/>
                        <a14:foregroundMark x1="66953" y1="91953" x2="69609" y2="93672"/>
                        <a14:backgroundMark x1="75000" y1="77031" x2="76250" y2="76172"/>
                        <a14:backgroundMark x1="77266" y1="75000" x2="77422" y2="74609"/>
                        <a14:backgroundMark x1="77109" y1="75625" x2="78203" y2="74609"/>
                        <a14:backgroundMark x1="76641" y1="75625" x2="76797" y2="77266"/>
                        <a14:backgroundMark x1="74375" y1="76406" x2="75469" y2="791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1127" y="3344984"/>
            <a:ext cx="3723676" cy="372367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2F0645-34A3-6CE6-D6B5-EFD6B3F3B7F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469" l="24297" r="80078">
                        <a14:foregroundMark x1="43594" y1="10078" x2="39766" y2="10938"/>
                        <a14:foregroundMark x1="52188" y1="11484" x2="49844" y2="11250"/>
                        <a14:foregroundMark x1="61172" y1="87656" x2="43594" y2="86719"/>
                        <a14:foregroundMark x1="43594" y1="86719" x2="38359" y2="89609"/>
                        <a14:foregroundMark x1="61172" y1="89141" x2="54766" y2="90469"/>
                      </a14:backgroundRemoval>
                    </a14:imgEffect>
                    <a14:imgEffect>
                      <a14:saturation sat="12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357" t="1764" r="12767" b="3891"/>
          <a:stretch/>
        </p:blipFill>
        <p:spPr>
          <a:xfrm flipH="1">
            <a:off x="-115102" y="1847273"/>
            <a:ext cx="3278199" cy="4948204"/>
          </a:xfrm>
          <a:prstGeom prst="ellipse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Thought Bubble: Cloud 7">
            <a:extLst>
              <a:ext uri="{FF2B5EF4-FFF2-40B4-BE49-F238E27FC236}">
                <a16:creationId xmlns:a16="http://schemas.microsoft.com/office/drawing/2014/main" id="{6A11DCE7-4912-8323-69E3-95A57A267604}"/>
              </a:ext>
            </a:extLst>
          </p:cNvPr>
          <p:cNvSpPr/>
          <p:nvPr/>
        </p:nvSpPr>
        <p:spPr>
          <a:xfrm>
            <a:off x="2360246" y="1331458"/>
            <a:ext cx="3278199" cy="1747804"/>
          </a:xfrm>
          <a:prstGeom prst="cloud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9A2332-3142-FD81-E28F-C61461E94D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31432" y="1698779"/>
            <a:ext cx="2348258" cy="1153834"/>
          </a:xfrm>
        </p:spPr>
        <p:txBody>
          <a:bodyPr>
            <a:noAutofit/>
          </a:bodyPr>
          <a:lstStyle/>
          <a:p>
            <a:r>
              <a:rPr lang="en-US" sz="20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Bhai ap khud ja </a:t>
            </a:r>
            <a:r>
              <a:rPr lang="en-US" sz="2000" dirty="0" err="1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ker</a:t>
            </a:r>
            <a:r>
              <a:rPr lang="en-US" sz="20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 le </a:t>
            </a:r>
            <a:r>
              <a:rPr lang="en-US" sz="2000" dirty="0" err="1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ao</a:t>
            </a:r>
            <a:r>
              <a:rPr lang="en-US" sz="20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.. </a:t>
            </a:r>
            <a:r>
              <a:rPr lang="en-US" sz="2000" dirty="0" err="1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Mugha</a:t>
            </a:r>
            <a:r>
              <a:rPr lang="en-US" sz="20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gajar</a:t>
            </a:r>
            <a:r>
              <a:rPr lang="en-US" sz="20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khane</a:t>
            </a:r>
            <a:r>
              <a:rPr lang="en-US" sz="20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 do</a:t>
            </a:r>
          </a:p>
        </p:txBody>
      </p:sp>
    </p:spTree>
    <p:extLst>
      <p:ext uri="{BB962C8B-B14F-4D97-AF65-F5344CB8AC3E}">
        <p14:creationId xmlns:p14="http://schemas.microsoft.com/office/powerpoint/2010/main" val="34166295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1000">
        <p159:morph option="byObject"/>
      </p:transition>
    </mc:Choice>
    <mc:Fallback>
      <p:transition spd="slow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7E0E99-F525-78B9-1731-43B8AB7F0F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3672" l="10000" r="94297">
                        <a14:foregroundMark x1="9297" y1="27344" x2="18047" y2="15313"/>
                        <a14:foregroundMark x1="18047" y1="15313" x2="31484" y2="9844"/>
                        <a14:foregroundMark x1="31484" y1="9844" x2="41406" y2="20469"/>
                        <a14:foregroundMark x1="41406" y1="20469" x2="40859" y2="46641"/>
                        <a14:foregroundMark x1="40859" y1="46641" x2="54844" y2="55625"/>
                        <a14:foregroundMark x1="54844" y1="55625" x2="62031" y2="68906"/>
                        <a14:foregroundMark x1="62031" y1="68906" x2="60938" y2="51797"/>
                        <a14:foregroundMark x1="60938" y1="51797" x2="66406" y2="38281"/>
                        <a14:foregroundMark x1="66406" y1="38281" x2="78672" y2="48281"/>
                        <a14:foregroundMark x1="78672" y1="48281" x2="83125" y2="66797"/>
                        <a14:foregroundMark x1="83125" y1="66797" x2="95938" y2="77109"/>
                        <a14:foregroundMark x1="95938" y1="77109" x2="82266" y2="71016"/>
                        <a14:foregroundMark x1="73670" y1="78222" x2="69219" y2="81953"/>
                        <a14:foregroundMark x1="82266" y1="71016" x2="78330" y2="74315"/>
                        <a14:foregroundMark x1="69219" y1="81953" x2="75938" y2="90078"/>
                        <a14:foregroundMark x1="92656" y1="71641" x2="94297" y2="83281"/>
                        <a14:foregroundMark x1="66953" y1="91953" x2="69609" y2="93672"/>
                        <a14:backgroundMark x1="75000" y1="77031" x2="76250" y2="76172"/>
                        <a14:backgroundMark x1="77266" y1="75000" x2="77422" y2="74609"/>
                        <a14:backgroundMark x1="77109" y1="75625" x2="78203" y2="74609"/>
                        <a14:backgroundMark x1="76641" y1="75625" x2="76797" y2="77266"/>
                        <a14:backgroundMark x1="74375" y1="76406" x2="75469" y2="791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1127" y="3344984"/>
            <a:ext cx="3723676" cy="372367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2F0645-34A3-6CE6-D6B5-EFD6B3F3B7F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469" l="24297" r="80078">
                        <a14:foregroundMark x1="43594" y1="10078" x2="39766" y2="10938"/>
                        <a14:foregroundMark x1="52188" y1="11484" x2="49844" y2="11250"/>
                        <a14:foregroundMark x1="61172" y1="87656" x2="43594" y2="86719"/>
                        <a14:foregroundMark x1="43594" y1="86719" x2="38359" y2="89609"/>
                        <a14:foregroundMark x1="61172" y1="89141" x2="54766" y2="90469"/>
                      </a14:backgroundRemoval>
                    </a14:imgEffect>
                    <a14:imgEffect>
                      <a14:saturation sat="12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357" t="1764" r="12767" b="3891"/>
          <a:stretch/>
        </p:blipFill>
        <p:spPr>
          <a:xfrm flipH="1">
            <a:off x="-115102" y="1847273"/>
            <a:ext cx="3278199" cy="4948204"/>
          </a:xfrm>
          <a:prstGeom prst="ellipse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Thought Bubble: Cloud 7">
            <a:extLst>
              <a:ext uri="{FF2B5EF4-FFF2-40B4-BE49-F238E27FC236}">
                <a16:creationId xmlns:a16="http://schemas.microsoft.com/office/drawing/2014/main" id="{6A11DCE7-4912-8323-69E3-95A57A267604}"/>
              </a:ext>
            </a:extLst>
          </p:cNvPr>
          <p:cNvSpPr/>
          <p:nvPr/>
        </p:nvSpPr>
        <p:spPr>
          <a:xfrm flipH="1">
            <a:off x="6095999" y="1347088"/>
            <a:ext cx="3723674" cy="1997895"/>
          </a:xfrm>
          <a:prstGeom prst="cloud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9A2332-3142-FD81-E28F-C61461E94D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67497" y="1769118"/>
            <a:ext cx="2645242" cy="1153834"/>
          </a:xfrm>
        </p:spPr>
        <p:txBody>
          <a:bodyPr>
            <a:noAutofit/>
          </a:bodyPr>
          <a:lstStyle/>
          <a:p>
            <a:r>
              <a:rPr lang="en-US" sz="20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Bhai la de tari speed </a:t>
            </a:r>
            <a:r>
              <a:rPr lang="en-US" sz="2000" dirty="0" err="1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bohat</a:t>
            </a:r>
            <a:r>
              <a:rPr lang="en-US" sz="20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taiz</a:t>
            </a:r>
            <a:r>
              <a:rPr lang="en-US" sz="20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 ha.. </a:t>
            </a:r>
            <a:r>
              <a:rPr lang="en-US" sz="2000" dirty="0" err="1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Mugha</a:t>
            </a:r>
            <a:r>
              <a:rPr lang="en-US" sz="20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 time lag </a:t>
            </a:r>
            <a:r>
              <a:rPr lang="en-US" sz="2000" dirty="0" err="1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gae</a:t>
            </a:r>
            <a:r>
              <a:rPr lang="en-US" sz="20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 ga</a:t>
            </a:r>
          </a:p>
        </p:txBody>
      </p:sp>
    </p:spTree>
    <p:extLst>
      <p:ext uri="{BB962C8B-B14F-4D97-AF65-F5344CB8AC3E}">
        <p14:creationId xmlns:p14="http://schemas.microsoft.com/office/powerpoint/2010/main" val="15364160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1000">
        <p159:morph option="byObject"/>
      </p:transition>
    </mc:Choice>
    <mc:Fallback>
      <p:transition spd="slow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7E0E99-F525-78B9-1731-43B8AB7F0F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3672" l="10000" r="94297">
                        <a14:foregroundMark x1="9297" y1="27344" x2="18047" y2="15313"/>
                        <a14:foregroundMark x1="18047" y1="15313" x2="31484" y2="9844"/>
                        <a14:foregroundMark x1="31484" y1="9844" x2="41406" y2="20469"/>
                        <a14:foregroundMark x1="41406" y1="20469" x2="40859" y2="46641"/>
                        <a14:foregroundMark x1="40859" y1="46641" x2="54844" y2="55625"/>
                        <a14:foregroundMark x1="54844" y1="55625" x2="62031" y2="68906"/>
                        <a14:foregroundMark x1="62031" y1="68906" x2="60938" y2="51797"/>
                        <a14:foregroundMark x1="60938" y1="51797" x2="66406" y2="38281"/>
                        <a14:foregroundMark x1="66406" y1="38281" x2="78672" y2="48281"/>
                        <a14:foregroundMark x1="78672" y1="48281" x2="83125" y2="66797"/>
                        <a14:foregroundMark x1="83125" y1="66797" x2="95938" y2="77109"/>
                        <a14:foregroundMark x1="95938" y1="77109" x2="82266" y2="71016"/>
                        <a14:foregroundMark x1="73670" y1="78222" x2="69219" y2="81953"/>
                        <a14:foregroundMark x1="82266" y1="71016" x2="78330" y2="74315"/>
                        <a14:foregroundMark x1="69219" y1="81953" x2="75938" y2="90078"/>
                        <a14:foregroundMark x1="92656" y1="71641" x2="94297" y2="83281"/>
                        <a14:foregroundMark x1="66953" y1="91953" x2="69609" y2="93672"/>
                        <a14:backgroundMark x1="75000" y1="77031" x2="76250" y2="76172"/>
                        <a14:backgroundMark x1="77266" y1="75000" x2="77422" y2="74609"/>
                        <a14:backgroundMark x1="77109" y1="75625" x2="78203" y2="74609"/>
                        <a14:backgroundMark x1="76641" y1="75625" x2="76797" y2="77266"/>
                        <a14:backgroundMark x1="74375" y1="76406" x2="75469" y2="791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1127" y="3344984"/>
            <a:ext cx="3723676" cy="372367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2F0645-34A3-6CE6-D6B5-EFD6B3F3B7F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469" l="24297" r="80078">
                        <a14:foregroundMark x1="43594" y1="10078" x2="39766" y2="10938"/>
                        <a14:foregroundMark x1="52188" y1="11484" x2="49844" y2="11250"/>
                        <a14:foregroundMark x1="61172" y1="87656" x2="43594" y2="86719"/>
                        <a14:foregroundMark x1="43594" y1="86719" x2="38359" y2="89609"/>
                        <a14:foregroundMark x1="61172" y1="89141" x2="54766" y2="90469"/>
                      </a14:backgroundRemoval>
                    </a14:imgEffect>
                    <a14:imgEffect>
                      <a14:saturation sat="12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357" t="1764" r="12767" b="3891"/>
          <a:stretch/>
        </p:blipFill>
        <p:spPr>
          <a:xfrm flipH="1">
            <a:off x="-115102" y="1847273"/>
            <a:ext cx="3278199" cy="4948204"/>
          </a:xfrm>
          <a:prstGeom prst="ellipse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Thought Bubble: Cloud 7">
            <a:extLst>
              <a:ext uri="{FF2B5EF4-FFF2-40B4-BE49-F238E27FC236}">
                <a16:creationId xmlns:a16="http://schemas.microsoft.com/office/drawing/2014/main" id="{6A11DCE7-4912-8323-69E3-95A57A267604}"/>
              </a:ext>
            </a:extLst>
          </p:cNvPr>
          <p:cNvSpPr/>
          <p:nvPr/>
        </p:nvSpPr>
        <p:spPr>
          <a:xfrm>
            <a:off x="2360246" y="1331458"/>
            <a:ext cx="3278199" cy="1747804"/>
          </a:xfrm>
          <a:prstGeom prst="cloud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9A2332-3142-FD81-E28F-C61461E94D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25216" y="1716535"/>
            <a:ext cx="2348258" cy="1153834"/>
          </a:xfrm>
        </p:spPr>
        <p:txBody>
          <a:bodyPr>
            <a:noAutofit/>
          </a:bodyPr>
          <a:lstStyle/>
          <a:p>
            <a:r>
              <a:rPr lang="en-US" sz="20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Bhai </a:t>
            </a:r>
            <a:r>
              <a:rPr lang="en-US" sz="2000" dirty="0" err="1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tu</a:t>
            </a:r>
            <a:r>
              <a:rPr lang="en-US" sz="20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sust</a:t>
            </a:r>
            <a:r>
              <a:rPr lang="en-US" sz="20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 ha to is me </a:t>
            </a:r>
            <a:r>
              <a:rPr lang="en-US" sz="2000" dirty="0" err="1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mari</a:t>
            </a:r>
            <a:r>
              <a:rPr lang="en-US" sz="20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 kia </a:t>
            </a:r>
            <a:r>
              <a:rPr lang="en-US" sz="2000" dirty="0" err="1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galti</a:t>
            </a:r>
            <a:r>
              <a:rPr lang="en-US" sz="20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 ha </a:t>
            </a:r>
          </a:p>
        </p:txBody>
      </p:sp>
    </p:spTree>
    <p:extLst>
      <p:ext uri="{BB962C8B-B14F-4D97-AF65-F5344CB8AC3E}">
        <p14:creationId xmlns:p14="http://schemas.microsoft.com/office/powerpoint/2010/main" val="26357921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1000">
        <p159:morph option="byObject"/>
      </p:transition>
    </mc:Choice>
    <mc:Fallback>
      <p:transition spd="slow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7E0E99-F525-78B9-1731-43B8AB7F0F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3672" l="10000" r="94297">
                        <a14:foregroundMark x1="9297" y1="27344" x2="18047" y2="15313"/>
                        <a14:foregroundMark x1="18047" y1="15313" x2="31484" y2="9844"/>
                        <a14:foregroundMark x1="31484" y1="9844" x2="41406" y2="20469"/>
                        <a14:foregroundMark x1="41406" y1="20469" x2="40859" y2="46641"/>
                        <a14:foregroundMark x1="40859" y1="46641" x2="54844" y2="55625"/>
                        <a14:foregroundMark x1="54844" y1="55625" x2="62031" y2="68906"/>
                        <a14:foregroundMark x1="62031" y1="68906" x2="60938" y2="51797"/>
                        <a14:foregroundMark x1="60938" y1="51797" x2="66406" y2="38281"/>
                        <a14:foregroundMark x1="66406" y1="38281" x2="78672" y2="48281"/>
                        <a14:foregroundMark x1="78672" y1="48281" x2="83125" y2="66797"/>
                        <a14:foregroundMark x1="83125" y1="66797" x2="95938" y2="77109"/>
                        <a14:foregroundMark x1="95938" y1="77109" x2="82266" y2="71016"/>
                        <a14:foregroundMark x1="73670" y1="78222" x2="69219" y2="81953"/>
                        <a14:foregroundMark x1="82266" y1="71016" x2="78330" y2="74315"/>
                        <a14:foregroundMark x1="69219" y1="81953" x2="75938" y2="90078"/>
                        <a14:foregroundMark x1="92656" y1="71641" x2="94297" y2="83281"/>
                        <a14:foregroundMark x1="66953" y1="91953" x2="69609" y2="93672"/>
                        <a14:backgroundMark x1="75000" y1="77031" x2="76250" y2="76172"/>
                        <a14:backgroundMark x1="77266" y1="75000" x2="77422" y2="74609"/>
                        <a14:backgroundMark x1="77109" y1="75625" x2="78203" y2="74609"/>
                        <a14:backgroundMark x1="76641" y1="75625" x2="76797" y2="77266"/>
                        <a14:backgroundMark x1="74375" y1="76406" x2="75469" y2="791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1127" y="3344984"/>
            <a:ext cx="3723676" cy="372367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2F0645-34A3-6CE6-D6B5-EFD6B3F3B7F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469" l="24297" r="80078">
                        <a14:foregroundMark x1="43594" y1="10078" x2="39766" y2="10938"/>
                        <a14:foregroundMark x1="52188" y1="11484" x2="49844" y2="11250"/>
                        <a14:foregroundMark x1="61172" y1="87656" x2="43594" y2="86719"/>
                        <a14:foregroundMark x1="43594" y1="86719" x2="38359" y2="89609"/>
                        <a14:foregroundMark x1="61172" y1="89141" x2="54766" y2="90469"/>
                      </a14:backgroundRemoval>
                    </a14:imgEffect>
                    <a14:imgEffect>
                      <a14:saturation sat="12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357" t="1764" r="12767" b="3891"/>
          <a:stretch/>
        </p:blipFill>
        <p:spPr>
          <a:xfrm flipH="1">
            <a:off x="-115102" y="1847273"/>
            <a:ext cx="3278199" cy="4948204"/>
          </a:xfrm>
          <a:prstGeom prst="ellipse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Thought Bubble: Cloud 7">
            <a:extLst>
              <a:ext uri="{FF2B5EF4-FFF2-40B4-BE49-F238E27FC236}">
                <a16:creationId xmlns:a16="http://schemas.microsoft.com/office/drawing/2014/main" id="{6A11DCE7-4912-8323-69E3-95A57A267604}"/>
              </a:ext>
            </a:extLst>
          </p:cNvPr>
          <p:cNvSpPr/>
          <p:nvPr/>
        </p:nvSpPr>
        <p:spPr>
          <a:xfrm flipH="1">
            <a:off x="6095999" y="1347088"/>
            <a:ext cx="3723674" cy="1997895"/>
          </a:xfrm>
          <a:prstGeom prst="cloud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9A2332-3142-FD81-E28F-C61461E94D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67497" y="1769118"/>
            <a:ext cx="2645242" cy="1153834"/>
          </a:xfrm>
        </p:spPr>
        <p:txBody>
          <a:bodyPr>
            <a:noAutofit/>
          </a:bodyPr>
          <a:lstStyle/>
          <a:p>
            <a:r>
              <a:rPr lang="en-US" sz="20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Bhai </a:t>
            </a:r>
            <a:r>
              <a:rPr lang="en-US" sz="2000" dirty="0" err="1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nhi</a:t>
            </a:r>
            <a:r>
              <a:rPr lang="en-US" sz="20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 hu ma </a:t>
            </a:r>
            <a:r>
              <a:rPr lang="en-US" sz="2000" dirty="0" err="1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sust</a:t>
            </a:r>
            <a:r>
              <a:rPr lang="en-US" sz="20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..</a:t>
            </a:r>
          </a:p>
          <a:p>
            <a:r>
              <a:rPr lang="en-US" sz="20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Ma </a:t>
            </a:r>
            <a:r>
              <a:rPr lang="en-US" sz="2000" dirty="0" err="1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apni</a:t>
            </a:r>
            <a:r>
              <a:rPr lang="en-US" sz="20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marzi</a:t>
            </a:r>
            <a:r>
              <a:rPr lang="en-US" sz="20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 se slow </a:t>
            </a:r>
            <a:r>
              <a:rPr lang="en-US" sz="2000" dirty="0" err="1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chalta</a:t>
            </a:r>
            <a:r>
              <a:rPr lang="en-US" sz="20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 hu</a:t>
            </a:r>
          </a:p>
        </p:txBody>
      </p:sp>
    </p:spTree>
    <p:extLst>
      <p:ext uri="{BB962C8B-B14F-4D97-AF65-F5344CB8AC3E}">
        <p14:creationId xmlns:p14="http://schemas.microsoft.com/office/powerpoint/2010/main" val="24917391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1000">
        <p159:morph option="byObject"/>
      </p:transition>
    </mc:Choice>
    <mc:Fallback>
      <p:transition spd="slow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7E0E99-F525-78B9-1731-43B8AB7F0F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3672" l="10000" r="94297">
                        <a14:foregroundMark x1="9297" y1="27344" x2="18047" y2="15313"/>
                        <a14:foregroundMark x1="18047" y1="15313" x2="31484" y2="9844"/>
                        <a14:foregroundMark x1="31484" y1="9844" x2="41406" y2="20469"/>
                        <a14:foregroundMark x1="41406" y1="20469" x2="40859" y2="46641"/>
                        <a14:foregroundMark x1="40859" y1="46641" x2="54844" y2="55625"/>
                        <a14:foregroundMark x1="54844" y1="55625" x2="62031" y2="68906"/>
                        <a14:foregroundMark x1="62031" y1="68906" x2="60938" y2="51797"/>
                        <a14:foregroundMark x1="60938" y1="51797" x2="66406" y2="38281"/>
                        <a14:foregroundMark x1="66406" y1="38281" x2="78672" y2="48281"/>
                        <a14:foregroundMark x1="78672" y1="48281" x2="83125" y2="66797"/>
                        <a14:foregroundMark x1="83125" y1="66797" x2="95938" y2="77109"/>
                        <a14:foregroundMark x1="95938" y1="77109" x2="82266" y2="71016"/>
                        <a14:foregroundMark x1="73670" y1="78222" x2="69219" y2="81953"/>
                        <a14:foregroundMark x1="82266" y1="71016" x2="78330" y2="74315"/>
                        <a14:foregroundMark x1="69219" y1="81953" x2="75938" y2="90078"/>
                        <a14:foregroundMark x1="92656" y1="71641" x2="94297" y2="83281"/>
                        <a14:foregroundMark x1="66953" y1="91953" x2="69609" y2="93672"/>
                        <a14:backgroundMark x1="75000" y1="77031" x2="76250" y2="76172"/>
                        <a14:backgroundMark x1="77266" y1="75000" x2="77422" y2="74609"/>
                        <a14:backgroundMark x1="77109" y1="75625" x2="78203" y2="74609"/>
                        <a14:backgroundMark x1="76641" y1="75625" x2="76797" y2="77266"/>
                        <a14:backgroundMark x1="74375" y1="76406" x2="75469" y2="791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1127" y="3344984"/>
            <a:ext cx="3723676" cy="372367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2F0645-34A3-6CE6-D6B5-EFD6B3F3B7F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469" l="24297" r="80078">
                        <a14:foregroundMark x1="43594" y1="10078" x2="39766" y2="10938"/>
                        <a14:foregroundMark x1="52188" y1="11484" x2="49844" y2="11250"/>
                        <a14:foregroundMark x1="61172" y1="87656" x2="43594" y2="86719"/>
                        <a14:foregroundMark x1="43594" y1="86719" x2="38359" y2="89609"/>
                        <a14:foregroundMark x1="61172" y1="89141" x2="54766" y2="90469"/>
                      </a14:backgroundRemoval>
                    </a14:imgEffect>
                    <a14:imgEffect>
                      <a14:saturation sat="12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357" t="1764" r="12767" b="3891"/>
          <a:stretch/>
        </p:blipFill>
        <p:spPr>
          <a:xfrm flipH="1">
            <a:off x="-115102" y="1847273"/>
            <a:ext cx="3278199" cy="4948204"/>
          </a:xfrm>
          <a:prstGeom prst="ellipse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Thought Bubble: Cloud 7">
            <a:extLst>
              <a:ext uri="{FF2B5EF4-FFF2-40B4-BE49-F238E27FC236}">
                <a16:creationId xmlns:a16="http://schemas.microsoft.com/office/drawing/2014/main" id="{6A11DCE7-4912-8323-69E3-95A57A267604}"/>
              </a:ext>
            </a:extLst>
          </p:cNvPr>
          <p:cNvSpPr/>
          <p:nvPr/>
        </p:nvSpPr>
        <p:spPr>
          <a:xfrm flipH="1">
            <a:off x="6095999" y="1347088"/>
            <a:ext cx="3723674" cy="1997895"/>
          </a:xfrm>
          <a:prstGeom prst="cloud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9A2332-3142-FD81-E28F-C61461E94D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67497" y="1769118"/>
            <a:ext cx="2645242" cy="1153834"/>
          </a:xfrm>
        </p:spPr>
        <p:txBody>
          <a:bodyPr>
            <a:noAutofit/>
          </a:bodyPr>
          <a:lstStyle/>
          <a:p>
            <a:r>
              <a:rPr lang="en-US" sz="20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Ma </a:t>
            </a:r>
            <a:r>
              <a:rPr lang="en-US" sz="2000" dirty="0" err="1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chahu</a:t>
            </a:r>
            <a:r>
              <a:rPr lang="en-US" sz="20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 to ma </a:t>
            </a:r>
            <a:r>
              <a:rPr lang="en-US" sz="2000" dirty="0" err="1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tere</a:t>
            </a:r>
            <a:r>
              <a:rPr lang="en-US" sz="20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 se </a:t>
            </a:r>
            <a:r>
              <a:rPr lang="en-US" sz="2000" dirty="0" err="1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bhi</a:t>
            </a:r>
            <a:r>
              <a:rPr lang="en-US" sz="20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taiz</a:t>
            </a:r>
            <a:r>
              <a:rPr lang="en-US" sz="20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chal</a:t>
            </a:r>
            <a:r>
              <a:rPr lang="en-US" sz="20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sakta</a:t>
            </a:r>
            <a:r>
              <a:rPr lang="en-US" sz="20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 hu</a:t>
            </a:r>
          </a:p>
        </p:txBody>
      </p:sp>
    </p:spTree>
    <p:extLst>
      <p:ext uri="{BB962C8B-B14F-4D97-AF65-F5344CB8AC3E}">
        <p14:creationId xmlns:p14="http://schemas.microsoft.com/office/powerpoint/2010/main" val="13363520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1000">
        <p159:morph option="byObject"/>
      </p:transition>
    </mc:Choice>
    <mc:Fallback>
      <p:transition spd="slow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7E0E99-F525-78B9-1731-43B8AB7F0F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3672" l="10000" r="94297">
                        <a14:foregroundMark x1="9297" y1="27344" x2="18047" y2="15313"/>
                        <a14:foregroundMark x1="18047" y1="15313" x2="31484" y2="9844"/>
                        <a14:foregroundMark x1="31484" y1="9844" x2="41406" y2="20469"/>
                        <a14:foregroundMark x1="41406" y1="20469" x2="40859" y2="46641"/>
                        <a14:foregroundMark x1="40859" y1="46641" x2="54844" y2="55625"/>
                        <a14:foregroundMark x1="54844" y1="55625" x2="62031" y2="68906"/>
                        <a14:foregroundMark x1="62031" y1="68906" x2="60938" y2="51797"/>
                        <a14:foregroundMark x1="60938" y1="51797" x2="66406" y2="38281"/>
                        <a14:foregroundMark x1="66406" y1="38281" x2="78672" y2="48281"/>
                        <a14:foregroundMark x1="78672" y1="48281" x2="83125" y2="66797"/>
                        <a14:foregroundMark x1="83125" y1="66797" x2="95938" y2="77109"/>
                        <a14:foregroundMark x1="95938" y1="77109" x2="82266" y2="71016"/>
                        <a14:foregroundMark x1="73670" y1="78222" x2="69219" y2="81953"/>
                        <a14:foregroundMark x1="82266" y1="71016" x2="78330" y2="74315"/>
                        <a14:foregroundMark x1="69219" y1="81953" x2="75938" y2="90078"/>
                        <a14:foregroundMark x1="92656" y1="71641" x2="94297" y2="83281"/>
                        <a14:foregroundMark x1="66953" y1="91953" x2="69609" y2="93672"/>
                        <a14:backgroundMark x1="75000" y1="77031" x2="76250" y2="76172"/>
                        <a14:backgroundMark x1="77266" y1="75000" x2="77422" y2="74609"/>
                        <a14:backgroundMark x1="77109" y1="75625" x2="78203" y2="74609"/>
                        <a14:backgroundMark x1="76641" y1="75625" x2="76797" y2="77266"/>
                        <a14:backgroundMark x1="74375" y1="76406" x2="75469" y2="791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1127" y="3344984"/>
            <a:ext cx="3723676" cy="372367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2F0645-34A3-6CE6-D6B5-EFD6B3F3B7F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469" l="24297" r="80078">
                        <a14:foregroundMark x1="43594" y1="10078" x2="39766" y2="10938"/>
                        <a14:foregroundMark x1="52188" y1="11484" x2="49844" y2="11250"/>
                        <a14:foregroundMark x1="61172" y1="87656" x2="43594" y2="86719"/>
                        <a14:foregroundMark x1="43594" y1="86719" x2="38359" y2="89609"/>
                        <a14:foregroundMark x1="61172" y1="89141" x2="54766" y2="90469"/>
                      </a14:backgroundRemoval>
                    </a14:imgEffect>
                    <a14:imgEffect>
                      <a14:saturation sat="12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357" t="1764" r="12767" b="3891"/>
          <a:stretch/>
        </p:blipFill>
        <p:spPr>
          <a:xfrm flipH="1">
            <a:off x="-115102" y="1847273"/>
            <a:ext cx="3278199" cy="4948204"/>
          </a:xfrm>
          <a:prstGeom prst="ellipse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Thought Bubble: Cloud 7">
            <a:extLst>
              <a:ext uri="{FF2B5EF4-FFF2-40B4-BE49-F238E27FC236}">
                <a16:creationId xmlns:a16="http://schemas.microsoft.com/office/drawing/2014/main" id="{6A11DCE7-4912-8323-69E3-95A57A267604}"/>
              </a:ext>
            </a:extLst>
          </p:cNvPr>
          <p:cNvSpPr/>
          <p:nvPr/>
        </p:nvSpPr>
        <p:spPr>
          <a:xfrm>
            <a:off x="2360246" y="1331458"/>
            <a:ext cx="3278199" cy="1747804"/>
          </a:xfrm>
          <a:prstGeom prst="cloud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9A2332-3142-FD81-E28F-C61461E94D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25216" y="1716535"/>
            <a:ext cx="2348258" cy="1153834"/>
          </a:xfrm>
        </p:spPr>
        <p:txBody>
          <a:bodyPr>
            <a:noAutofit/>
          </a:bodyPr>
          <a:lstStyle/>
          <a:p>
            <a:r>
              <a:rPr lang="en-US" sz="2000" dirty="0" err="1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Oooo</a:t>
            </a:r>
            <a:r>
              <a:rPr lang="en-US" sz="20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acha</a:t>
            </a:r>
            <a:r>
              <a:rPr lang="en-US" sz="20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  to </a:t>
            </a:r>
            <a:r>
              <a:rPr lang="en-US" sz="2000" dirty="0" err="1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aja</a:t>
            </a:r>
            <a:r>
              <a:rPr lang="en-US" sz="20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 race </a:t>
            </a:r>
            <a:r>
              <a:rPr lang="en-US" sz="2000" dirty="0" err="1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lagate</a:t>
            </a:r>
            <a:r>
              <a:rPr lang="en-US" sz="20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hain</a:t>
            </a:r>
            <a:r>
              <a:rPr lang="en-US" sz="20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 </a:t>
            </a:r>
          </a:p>
          <a:p>
            <a:r>
              <a:rPr lang="en-US" sz="20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????</a:t>
            </a:r>
          </a:p>
        </p:txBody>
      </p:sp>
    </p:spTree>
    <p:extLst>
      <p:ext uri="{BB962C8B-B14F-4D97-AF65-F5344CB8AC3E}">
        <p14:creationId xmlns:p14="http://schemas.microsoft.com/office/powerpoint/2010/main" val="19029874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1000">
        <p159:morph option="byObject"/>
      </p:transition>
    </mc:Choice>
    <mc:Fallback>
      <p:transition spd="slow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7E0E99-F525-78B9-1731-43B8AB7F0F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3672" l="10000" r="94297">
                        <a14:foregroundMark x1="9297" y1="27344" x2="18047" y2="15313"/>
                        <a14:foregroundMark x1="18047" y1="15313" x2="31484" y2="9844"/>
                        <a14:foregroundMark x1="31484" y1="9844" x2="41406" y2="20469"/>
                        <a14:foregroundMark x1="41406" y1="20469" x2="40859" y2="46641"/>
                        <a14:foregroundMark x1="40859" y1="46641" x2="54844" y2="55625"/>
                        <a14:foregroundMark x1="54844" y1="55625" x2="62031" y2="68906"/>
                        <a14:foregroundMark x1="62031" y1="68906" x2="60938" y2="51797"/>
                        <a14:foregroundMark x1="60938" y1="51797" x2="66406" y2="38281"/>
                        <a14:foregroundMark x1="66406" y1="38281" x2="78672" y2="48281"/>
                        <a14:foregroundMark x1="78672" y1="48281" x2="83125" y2="66797"/>
                        <a14:foregroundMark x1="83125" y1="66797" x2="95938" y2="77109"/>
                        <a14:foregroundMark x1="95938" y1="77109" x2="82266" y2="71016"/>
                        <a14:foregroundMark x1="73670" y1="78222" x2="69219" y2="81953"/>
                        <a14:foregroundMark x1="82266" y1="71016" x2="78330" y2="74315"/>
                        <a14:foregroundMark x1="69219" y1="81953" x2="75938" y2="90078"/>
                        <a14:foregroundMark x1="92656" y1="71641" x2="94297" y2="83281"/>
                        <a14:foregroundMark x1="66953" y1="91953" x2="69609" y2="93672"/>
                        <a14:backgroundMark x1="75000" y1="77031" x2="76250" y2="76172"/>
                        <a14:backgroundMark x1="77266" y1="75000" x2="77422" y2="74609"/>
                        <a14:backgroundMark x1="77109" y1="75625" x2="78203" y2="74609"/>
                        <a14:backgroundMark x1="76641" y1="75625" x2="76797" y2="77266"/>
                        <a14:backgroundMark x1="74375" y1="76406" x2="75469" y2="791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1127" y="3344984"/>
            <a:ext cx="3723676" cy="372367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2F0645-34A3-6CE6-D6B5-EFD6B3F3B7F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469" l="24297" r="80078">
                        <a14:foregroundMark x1="43594" y1="10078" x2="39766" y2="10938"/>
                        <a14:foregroundMark x1="52188" y1="11484" x2="49844" y2="11250"/>
                        <a14:foregroundMark x1="61172" y1="87656" x2="43594" y2="86719"/>
                        <a14:foregroundMark x1="43594" y1="86719" x2="38359" y2="89609"/>
                        <a14:foregroundMark x1="61172" y1="89141" x2="54766" y2="90469"/>
                      </a14:backgroundRemoval>
                    </a14:imgEffect>
                    <a14:imgEffect>
                      <a14:saturation sat="12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357" t="1764" r="12767" b="3891"/>
          <a:stretch/>
        </p:blipFill>
        <p:spPr>
          <a:xfrm flipH="1">
            <a:off x="-115102" y="1847273"/>
            <a:ext cx="3278199" cy="4948204"/>
          </a:xfrm>
          <a:prstGeom prst="ellipse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Thought Bubble: Cloud 7">
            <a:extLst>
              <a:ext uri="{FF2B5EF4-FFF2-40B4-BE49-F238E27FC236}">
                <a16:creationId xmlns:a16="http://schemas.microsoft.com/office/drawing/2014/main" id="{6A11DCE7-4912-8323-69E3-95A57A267604}"/>
              </a:ext>
            </a:extLst>
          </p:cNvPr>
          <p:cNvSpPr/>
          <p:nvPr/>
        </p:nvSpPr>
        <p:spPr>
          <a:xfrm flipH="1">
            <a:off x="6095999" y="1347088"/>
            <a:ext cx="3723674" cy="1997895"/>
          </a:xfrm>
          <a:prstGeom prst="cloud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9A2332-3142-FD81-E28F-C61461E94D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67497" y="1769118"/>
            <a:ext cx="2645242" cy="1153834"/>
          </a:xfrm>
        </p:spPr>
        <p:txBody>
          <a:bodyPr>
            <a:noAutofit/>
          </a:bodyPr>
          <a:lstStyle/>
          <a:p>
            <a:r>
              <a:rPr lang="en-US" sz="2000" dirty="0" err="1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Chal</a:t>
            </a:r>
            <a:r>
              <a:rPr lang="en-US" sz="20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aja</a:t>
            </a:r>
            <a:r>
              <a:rPr lang="en-US" sz="20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 race </a:t>
            </a:r>
            <a:r>
              <a:rPr lang="en-US" sz="2000" dirty="0" err="1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lagae</a:t>
            </a:r>
            <a:endParaRPr lang="en-US" sz="2000" dirty="0">
              <a:solidFill>
                <a:schemeClr val="bg1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85539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1000">
        <p159:morph option="byObject"/>
      </p:transition>
    </mc:Choice>
    <mc:Fallback>
      <p:transition spd="slow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1000" b="-2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EE8FFA7-17EC-A68D-9288-16C101C94B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7813" b="89844" l="9961" r="89844">
                        <a14:foregroundMark x1="53906" y1="11328" x2="51071" y2="9366"/>
                        <a14:backgroundMark x1="49023" y1="8789" x2="48438" y2="7227"/>
                        <a14:backgroundMark x1="50391" y1="8789" x2="49609" y2="8984"/>
                        <a14:backgroundMark x1="50000" y1="9180" x2="50391" y2="976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251" y="2143125"/>
            <a:ext cx="4029074" cy="40290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798DEA7-333C-2D71-AF21-B1FFD1AF5B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141" b="94297" l="10000" r="96641">
                        <a14:foregroundMark x1="15859" y1="14141" x2="15391" y2="22031"/>
                        <a14:foregroundMark x1="15391" y1="22031" x2="11172" y2="29297"/>
                        <a14:foregroundMark x1="11172" y1="29297" x2="10000" y2="34297"/>
                        <a14:foregroundMark x1="24063" y1="11250" x2="31250" y2="10625"/>
                        <a14:foregroundMark x1="31250" y1="10625" x2="22656" y2="9141"/>
                        <a14:foregroundMark x1="40703" y1="16406" x2="38203" y2="23438"/>
                        <a14:foregroundMark x1="38203" y1="23438" x2="39453" y2="16953"/>
                        <a14:foregroundMark x1="63906" y1="37109" x2="72500" y2="39766"/>
                        <a14:foregroundMark x1="72500" y1="39766" x2="63438" y2="38594"/>
                        <a14:foregroundMark x1="63438" y1="38594" x2="78828" y2="47344"/>
                        <a14:foregroundMark x1="78828" y1="47344" x2="83906" y2="55703"/>
                        <a14:foregroundMark x1="89844" y1="73359" x2="92734" y2="80078"/>
                        <a14:foregroundMark x1="92734" y1="80078" x2="90547" y2="83047"/>
                        <a14:foregroundMark x1="95703" y1="78750" x2="96641" y2="79688"/>
                        <a14:foregroundMark x1="62656" y1="91250" x2="71094" y2="91641"/>
                        <a14:foregroundMark x1="71094" y1="91641" x2="66625" y2="93387"/>
                        <a14:foregroundMark x1="32031" y1="9297" x2="25156" y2="9141"/>
                        <a14:backgroundMark x1="66797" y1="93594" x2="65391" y2="94141"/>
                        <a14:backgroundMark x1="66406" y1="94453" x2="64609" y2="94063"/>
                        <a14:backgroundMark x1="64141" y1="94844" x2="64453" y2="946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42898" y="4457699"/>
            <a:ext cx="2400301" cy="2400301"/>
          </a:xfrm>
          <a:prstGeom prst="rect">
            <a:avLst/>
          </a:prstGeom>
        </p:spPr>
      </p:pic>
      <p:sp>
        <p:nvSpPr>
          <p:cNvPr id="12" name="Thought Bubble: Cloud 11">
            <a:extLst>
              <a:ext uri="{FF2B5EF4-FFF2-40B4-BE49-F238E27FC236}">
                <a16:creationId xmlns:a16="http://schemas.microsoft.com/office/drawing/2014/main" id="{B0A0BB45-78F7-CB2D-CF5D-9F45D88C8CEC}"/>
              </a:ext>
            </a:extLst>
          </p:cNvPr>
          <p:cNvSpPr/>
          <p:nvPr/>
        </p:nvSpPr>
        <p:spPr>
          <a:xfrm>
            <a:off x="4014788" y="960841"/>
            <a:ext cx="3278199" cy="1747804"/>
          </a:xfrm>
          <a:prstGeom prst="cloud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3376CAA4-DD53-9B65-82B3-EF9E8E9209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9758" y="1432167"/>
            <a:ext cx="2348258" cy="805151"/>
          </a:xfrm>
        </p:spPr>
        <p:txBody>
          <a:bodyPr>
            <a:noAutofit/>
          </a:bodyPr>
          <a:lstStyle/>
          <a:p>
            <a:r>
              <a:rPr lang="en-US" sz="200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Haa bhai aa gae ho </a:t>
            </a:r>
          </a:p>
          <a:p>
            <a:r>
              <a:rPr lang="en-US" sz="200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Harne ??</a:t>
            </a:r>
            <a:endParaRPr lang="en-US" sz="2000" dirty="0">
              <a:solidFill>
                <a:schemeClr val="bg1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06461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1000">
        <p159:morph option="byObject"/>
      </p:transition>
    </mc:Choice>
    <mc:Fallback>
      <p:transition spd="slow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1000" b="-2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EE8FFA7-17EC-A68D-9288-16C101C94B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7813" b="89844" l="9961" r="89844">
                        <a14:foregroundMark x1="53906" y1="11328" x2="51071" y2="9366"/>
                        <a14:backgroundMark x1="49023" y1="8789" x2="48438" y2="7227"/>
                        <a14:backgroundMark x1="50391" y1="8789" x2="49609" y2="8984"/>
                        <a14:backgroundMark x1="50000" y1="9180" x2="50391" y2="976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251" y="2143125"/>
            <a:ext cx="4029074" cy="40290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798DEA7-333C-2D71-AF21-B1FFD1AF5B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141" b="94297" l="10000" r="96641">
                        <a14:foregroundMark x1="15859" y1="14141" x2="15391" y2="22031"/>
                        <a14:foregroundMark x1="15391" y1="22031" x2="11172" y2="29297"/>
                        <a14:foregroundMark x1="11172" y1="29297" x2="10000" y2="34297"/>
                        <a14:foregroundMark x1="24063" y1="11250" x2="31250" y2="10625"/>
                        <a14:foregroundMark x1="31250" y1="10625" x2="22656" y2="9141"/>
                        <a14:foregroundMark x1="40703" y1="16406" x2="38203" y2="23438"/>
                        <a14:foregroundMark x1="38203" y1="23438" x2="39453" y2="16953"/>
                        <a14:foregroundMark x1="63906" y1="37109" x2="72500" y2="39766"/>
                        <a14:foregroundMark x1="72500" y1="39766" x2="63438" y2="38594"/>
                        <a14:foregroundMark x1="63438" y1="38594" x2="78828" y2="47344"/>
                        <a14:foregroundMark x1="78828" y1="47344" x2="83906" y2="55703"/>
                        <a14:foregroundMark x1="89844" y1="73359" x2="92734" y2="80078"/>
                        <a14:foregroundMark x1="92734" y1="80078" x2="90547" y2="83047"/>
                        <a14:foregroundMark x1="95703" y1="78750" x2="96641" y2="79688"/>
                        <a14:foregroundMark x1="62656" y1="91250" x2="71094" y2="91641"/>
                        <a14:foregroundMark x1="71094" y1="91641" x2="66625" y2="93387"/>
                        <a14:foregroundMark x1="32031" y1="9297" x2="25156" y2="9141"/>
                        <a14:backgroundMark x1="66797" y1="93594" x2="65391" y2="94141"/>
                        <a14:backgroundMark x1="66406" y1="94453" x2="64609" y2="94063"/>
                        <a14:backgroundMark x1="64141" y1="94844" x2="64453" y2="946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42898" y="4457699"/>
            <a:ext cx="2400301" cy="2400301"/>
          </a:xfrm>
          <a:prstGeom prst="rect">
            <a:avLst/>
          </a:prstGeom>
        </p:spPr>
      </p:pic>
      <p:sp>
        <p:nvSpPr>
          <p:cNvPr id="12" name="Thought Bubble: Cloud 11">
            <a:extLst>
              <a:ext uri="{FF2B5EF4-FFF2-40B4-BE49-F238E27FC236}">
                <a16:creationId xmlns:a16="http://schemas.microsoft.com/office/drawing/2014/main" id="{B0A0BB45-78F7-CB2D-CF5D-9F45D88C8CEC}"/>
              </a:ext>
            </a:extLst>
          </p:cNvPr>
          <p:cNvSpPr/>
          <p:nvPr/>
        </p:nvSpPr>
        <p:spPr>
          <a:xfrm>
            <a:off x="776288" y="2857499"/>
            <a:ext cx="2566987" cy="1400176"/>
          </a:xfrm>
          <a:prstGeom prst="cloud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3376CAA4-DD53-9B65-82B3-EF9E8E9209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0381" y="3371185"/>
            <a:ext cx="1838799" cy="372803"/>
          </a:xfrm>
        </p:spPr>
        <p:txBody>
          <a:bodyPr>
            <a:noAutofit/>
          </a:bodyPr>
          <a:lstStyle/>
          <a:p>
            <a:r>
              <a:rPr lang="en-US" sz="2000" dirty="0" err="1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Dakhte</a:t>
            </a:r>
            <a:r>
              <a:rPr lang="en-US" sz="20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hain</a:t>
            </a:r>
            <a:endParaRPr lang="en-US" sz="2000" dirty="0">
              <a:solidFill>
                <a:schemeClr val="bg1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57745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1000">
        <p159:morph option="byObject"/>
      </p:transition>
    </mc:Choice>
    <mc:Fallback>
      <p:transition spd="slow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3" grpId="0" build="p"/>
      <p:bldP spid="13" grpI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1000" b="-2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EE8FFA7-17EC-A68D-9288-16C101C94B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7813" b="89844" l="9961" r="89844">
                        <a14:foregroundMark x1="53906" y1="11328" x2="51071" y2="9366"/>
                        <a14:backgroundMark x1="49023" y1="8789" x2="48438" y2="7227"/>
                        <a14:backgroundMark x1="50391" y1="8789" x2="49609" y2="8984"/>
                        <a14:backgroundMark x1="50000" y1="9180" x2="50391" y2="976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251" y="2143125"/>
            <a:ext cx="4029074" cy="40290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798DEA7-333C-2D71-AF21-B1FFD1AF5B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141" b="94297" l="10000" r="96641">
                        <a14:foregroundMark x1="15859" y1="14141" x2="15391" y2="22031"/>
                        <a14:foregroundMark x1="15391" y1="22031" x2="11172" y2="29297"/>
                        <a14:foregroundMark x1="11172" y1="29297" x2="10000" y2="34297"/>
                        <a14:foregroundMark x1="24063" y1="11250" x2="31250" y2="10625"/>
                        <a14:foregroundMark x1="31250" y1="10625" x2="22656" y2="9141"/>
                        <a14:foregroundMark x1="40703" y1="16406" x2="38203" y2="23438"/>
                        <a14:foregroundMark x1="38203" y1="23438" x2="39453" y2="16953"/>
                        <a14:foregroundMark x1="63906" y1="37109" x2="72500" y2="39766"/>
                        <a14:foregroundMark x1="72500" y1="39766" x2="63438" y2="38594"/>
                        <a14:foregroundMark x1="63438" y1="38594" x2="78828" y2="47344"/>
                        <a14:foregroundMark x1="78828" y1="47344" x2="83906" y2="55703"/>
                        <a14:foregroundMark x1="89844" y1="73359" x2="92734" y2="80078"/>
                        <a14:foregroundMark x1="92734" y1="80078" x2="90547" y2="83047"/>
                        <a14:foregroundMark x1="95703" y1="78750" x2="96641" y2="79688"/>
                        <a14:foregroundMark x1="62656" y1="91250" x2="71094" y2="91641"/>
                        <a14:foregroundMark x1="71094" y1="91641" x2="66625" y2="93387"/>
                        <a14:foregroundMark x1="32031" y1="9297" x2="25156" y2="9141"/>
                        <a14:backgroundMark x1="66797" y1="93594" x2="65391" y2="94141"/>
                        <a14:backgroundMark x1="66406" y1="94453" x2="64609" y2="94063"/>
                        <a14:backgroundMark x1="64141" y1="94844" x2="64453" y2="946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42898" y="4457699"/>
            <a:ext cx="2400301" cy="2400301"/>
          </a:xfrm>
          <a:prstGeom prst="rect">
            <a:avLst/>
          </a:prstGeom>
        </p:spPr>
      </p:pic>
      <p:sp>
        <p:nvSpPr>
          <p:cNvPr id="12" name="Thought Bubble: Cloud 11">
            <a:extLst>
              <a:ext uri="{FF2B5EF4-FFF2-40B4-BE49-F238E27FC236}">
                <a16:creationId xmlns:a16="http://schemas.microsoft.com/office/drawing/2014/main" id="{B0A0BB45-78F7-CB2D-CF5D-9F45D88C8CEC}"/>
              </a:ext>
            </a:extLst>
          </p:cNvPr>
          <p:cNvSpPr/>
          <p:nvPr/>
        </p:nvSpPr>
        <p:spPr>
          <a:xfrm>
            <a:off x="4014788" y="960841"/>
            <a:ext cx="3757612" cy="1747804"/>
          </a:xfrm>
          <a:prstGeom prst="cloud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3376CAA4-DD53-9B65-82B3-EF9E8E9209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52605" y="1457324"/>
            <a:ext cx="2348258" cy="805151"/>
          </a:xfrm>
        </p:spPr>
        <p:txBody>
          <a:bodyPr>
            <a:noAutofit/>
          </a:bodyPr>
          <a:lstStyle/>
          <a:p>
            <a:r>
              <a:rPr lang="en-US" sz="2000" dirty="0" err="1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Milte</a:t>
            </a:r>
            <a:r>
              <a:rPr lang="en-US" sz="20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hain</a:t>
            </a:r>
            <a:r>
              <a:rPr lang="en-US" sz="20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phir</a:t>
            </a:r>
            <a:r>
              <a:rPr lang="en-US" sz="20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 winning Side per</a:t>
            </a:r>
          </a:p>
        </p:txBody>
      </p:sp>
    </p:spTree>
    <p:extLst>
      <p:ext uri="{BB962C8B-B14F-4D97-AF65-F5344CB8AC3E}">
        <p14:creationId xmlns:p14="http://schemas.microsoft.com/office/powerpoint/2010/main" val="15131543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1000">
        <p159:morph option="byObject"/>
      </p:transition>
    </mc:Choice>
    <mc:Fallback>
      <p:transition spd="slow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1000" b="-2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EE8FFA7-17EC-A68D-9288-16C101C94B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7813" b="89844" l="9961" r="89844">
                        <a14:foregroundMark x1="53906" y1="11328" x2="51071" y2="9366"/>
                        <a14:backgroundMark x1="49023" y1="8789" x2="48438" y2="7227"/>
                        <a14:backgroundMark x1="50391" y1="8789" x2="49609" y2="8984"/>
                        <a14:backgroundMark x1="50000" y1="9180" x2="50391" y2="976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6926" y="2015332"/>
            <a:ext cx="4029074" cy="40290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798DEA7-333C-2D71-AF21-B1FFD1AF5B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141" b="94297" l="10000" r="96641">
                        <a14:foregroundMark x1="15859" y1="14141" x2="15391" y2="22031"/>
                        <a14:foregroundMark x1="15391" y1="22031" x2="11172" y2="29297"/>
                        <a14:foregroundMark x1="11172" y1="29297" x2="10000" y2="34297"/>
                        <a14:foregroundMark x1="24063" y1="11250" x2="31250" y2="10625"/>
                        <a14:foregroundMark x1="31250" y1="10625" x2="22656" y2="9141"/>
                        <a14:foregroundMark x1="40703" y1="16406" x2="38203" y2="23438"/>
                        <a14:foregroundMark x1="38203" y1="23438" x2="39453" y2="16953"/>
                        <a14:foregroundMark x1="63906" y1="37109" x2="72500" y2="39766"/>
                        <a14:foregroundMark x1="72500" y1="39766" x2="63438" y2="38594"/>
                        <a14:foregroundMark x1="63438" y1="38594" x2="78828" y2="47344"/>
                        <a14:foregroundMark x1="78828" y1="47344" x2="83906" y2="55703"/>
                        <a14:foregroundMark x1="89844" y1="73359" x2="92734" y2="80078"/>
                        <a14:foregroundMark x1="92734" y1="80078" x2="90547" y2="83047"/>
                        <a14:foregroundMark x1="95703" y1="78750" x2="96641" y2="79688"/>
                        <a14:foregroundMark x1="62656" y1="91250" x2="71094" y2="91641"/>
                        <a14:foregroundMark x1="71094" y1="91641" x2="66625" y2="93387"/>
                        <a14:foregroundMark x1="32031" y1="9297" x2="25156" y2="9141"/>
                        <a14:backgroundMark x1="66797" y1="93594" x2="65391" y2="94141"/>
                        <a14:backgroundMark x1="66406" y1="94453" x2="64609" y2="94063"/>
                        <a14:backgroundMark x1="64141" y1="94844" x2="64453" y2="946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42898" y="4457699"/>
            <a:ext cx="2400301" cy="2400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742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1000">
        <p159:morph option="byObject"/>
      </p:transition>
    </mc:Choice>
    <mc:Fallback>
      <p:transition spd="slow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0 L 0.77851 0.0222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919" y="11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1000" b="-2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798DEA7-333C-2D71-AF21-B1FFD1AF5B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141" b="94297" l="10000" r="96641">
                        <a14:foregroundMark x1="15859" y1="14141" x2="15391" y2="22031"/>
                        <a14:foregroundMark x1="15391" y1="22031" x2="11172" y2="29297"/>
                        <a14:foregroundMark x1="11172" y1="29297" x2="10000" y2="34297"/>
                        <a14:foregroundMark x1="24063" y1="11250" x2="31250" y2="10625"/>
                        <a14:foregroundMark x1="31250" y1="10625" x2="22656" y2="9141"/>
                        <a14:foregroundMark x1="40703" y1="16406" x2="38203" y2="23438"/>
                        <a14:foregroundMark x1="38203" y1="23438" x2="39453" y2="16953"/>
                        <a14:foregroundMark x1="63906" y1="37109" x2="72500" y2="39766"/>
                        <a14:foregroundMark x1="72500" y1="39766" x2="63438" y2="38594"/>
                        <a14:foregroundMark x1="63438" y1="38594" x2="78828" y2="47344"/>
                        <a14:foregroundMark x1="78828" y1="47344" x2="83906" y2="55703"/>
                        <a14:foregroundMark x1="89844" y1="73359" x2="92734" y2="80078"/>
                        <a14:foregroundMark x1="92734" y1="80078" x2="90547" y2="83047"/>
                        <a14:foregroundMark x1="95703" y1="78750" x2="96641" y2="79688"/>
                        <a14:foregroundMark x1="62656" y1="91250" x2="71094" y2="91641"/>
                        <a14:foregroundMark x1="71094" y1="91641" x2="66625" y2="93387"/>
                        <a14:foregroundMark x1="32031" y1="9297" x2="25156" y2="9141"/>
                        <a14:backgroundMark x1="66797" y1="93594" x2="65391" y2="94141"/>
                        <a14:backgroundMark x1="66406" y1="94453" x2="64609" y2="94063"/>
                        <a14:backgroundMark x1="64141" y1="94844" x2="64453" y2="946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33423" y="4352924"/>
            <a:ext cx="2400301" cy="2400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1875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1000">
        <p159:morph option="byObject"/>
      </p:transition>
    </mc:Choice>
    <mc:Fallback>
      <p:transition spd="slow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1000" b="-2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60F6A3-1EC5-AF7A-DB7B-37CB9A00DC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180" b="89844" l="9961" r="92383">
                        <a14:foregroundMark x1="18164" y1="18750" x2="36133" y2="22070"/>
                        <a14:foregroundMark x1="41016" y1="18945" x2="42383" y2="25000"/>
                        <a14:foregroundMark x1="39844" y1="18945" x2="38281" y2="17578"/>
                        <a14:foregroundMark x1="19141" y1="21289" x2="19336" y2="21680"/>
                        <a14:foregroundMark x1="37500" y1="19141" x2="37891" y2="16406"/>
                        <a14:foregroundMark x1="49609" y1="21289" x2="48047" y2="20117"/>
                        <a14:foregroundMark x1="73828" y1="30078" x2="76953" y2="29883"/>
                        <a14:foregroundMark x1="92188" y1="29688" x2="88477" y2="27930"/>
                        <a14:foregroundMark x1="92383" y1="74805" x2="92383" y2="81836"/>
                        <a14:foregroundMark x1="19336" y1="20703" x2="19141" y2="17383"/>
                        <a14:foregroundMark x1="16992" y1="17773" x2="20703" y2="27148"/>
                        <a14:foregroundMark x1="26563" y1="9766" x2="33594" y2="9180"/>
                        <a14:foregroundMark x1="20117" y1="23828" x2="18945" y2="20898"/>
                        <a14:foregroundMark x1="21484" y1="26367" x2="20508" y2="23828"/>
                        <a14:backgroundMark x1="18164" y1="74219" x2="27930" y2="65234"/>
                        <a14:backgroundMark x1="27930" y1="65234" x2="28906" y2="78906"/>
                        <a14:backgroundMark x1="28906" y1="78906" x2="23828" y2="68359"/>
                        <a14:backgroundMark x1="23828" y1="68359" x2="34180" y2="71680"/>
                        <a14:backgroundMark x1="34180" y1="71680" x2="32031" y2="71094"/>
                        <a14:backgroundMark x1="16602" y1="76172" x2="27344" y2="79102"/>
                        <a14:backgroundMark x1="27344" y1="79102" x2="24023" y2="77930"/>
                        <a14:backgroundMark x1="24219" y1="78125" x2="25586" y2="75000"/>
                        <a14:backgroundMark x1="23242" y1="77539" x2="24805" y2="74219"/>
                        <a14:backgroundMark x1="38672" y1="70703" x2="28125" y2="80273"/>
                        <a14:backgroundMark x1="28125" y1="80273" x2="15625" y2="75195"/>
                        <a14:backgroundMark x1="15625" y1="75195" x2="25000" y2="65039"/>
                        <a14:backgroundMark x1="25000" y1="65039" x2="28711" y2="638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76299" y="4048124"/>
            <a:ext cx="2644775" cy="264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7806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1000">
        <p159:morph option="byObject"/>
      </p:transition>
    </mc:Choice>
    <mc:Fallback>
      <p:transition spd="slow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1.85185E-6 L 0.9095 -0.2164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469" y="-108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7000"/>
                    </a14:imgEffect>
                  </a14:imgLayer>
                </a14:imgProps>
              </a:ext>
            </a:extLst>
          </a:blip>
          <a:srcRect/>
          <a:stretch>
            <a:fillRect t="-21000" b="-2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60F6A3-1EC5-AF7A-DB7B-37CB9A00DC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180" b="89844" l="9961" r="92383">
                        <a14:foregroundMark x1="18164" y1="18750" x2="36133" y2="22070"/>
                        <a14:foregroundMark x1="41016" y1="18945" x2="42383" y2="25000"/>
                        <a14:foregroundMark x1="39844" y1="18945" x2="38281" y2="17578"/>
                        <a14:foregroundMark x1="19141" y1="21289" x2="19336" y2="21680"/>
                        <a14:foregroundMark x1="37500" y1="19141" x2="37891" y2="16406"/>
                        <a14:foregroundMark x1="49609" y1="21289" x2="48047" y2="20117"/>
                        <a14:foregroundMark x1="73828" y1="30078" x2="76953" y2="29883"/>
                        <a14:foregroundMark x1="92188" y1="29688" x2="88477" y2="27930"/>
                        <a14:foregroundMark x1="92383" y1="74805" x2="92383" y2="81836"/>
                        <a14:foregroundMark x1="19336" y1="20703" x2="19141" y2="17383"/>
                        <a14:foregroundMark x1="16992" y1="17773" x2="20703" y2="27148"/>
                        <a14:foregroundMark x1="26563" y1="9766" x2="33594" y2="9180"/>
                        <a14:foregroundMark x1="20117" y1="23828" x2="18945" y2="20898"/>
                        <a14:foregroundMark x1="21484" y1="26367" x2="20508" y2="23828"/>
                        <a14:backgroundMark x1="18164" y1="74219" x2="27930" y2="65234"/>
                        <a14:backgroundMark x1="27930" y1="65234" x2="28906" y2="78906"/>
                        <a14:backgroundMark x1="28906" y1="78906" x2="23828" y2="68359"/>
                        <a14:backgroundMark x1="23828" y1="68359" x2="34180" y2="71680"/>
                        <a14:backgroundMark x1="34180" y1="71680" x2="32031" y2="71094"/>
                        <a14:backgroundMark x1="16602" y1="76172" x2="27344" y2="79102"/>
                        <a14:backgroundMark x1="27344" y1="79102" x2="24023" y2="77930"/>
                        <a14:backgroundMark x1="24219" y1="78125" x2="25586" y2="75000"/>
                        <a14:backgroundMark x1="23242" y1="77539" x2="24805" y2="74219"/>
                        <a14:backgroundMark x1="38672" y1="70703" x2="28125" y2="80273"/>
                        <a14:backgroundMark x1="28125" y1="80273" x2="15625" y2="75195"/>
                        <a14:backgroundMark x1="15625" y1="75195" x2="25000" y2="65039"/>
                        <a14:backgroundMark x1="25000" y1="65039" x2="28711" y2="638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811284" y="3533267"/>
            <a:ext cx="2644775" cy="264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5372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1000">
        <p159:morph option="byObject"/>
      </p:transition>
    </mc:Choice>
    <mc:Fallback>
      <p:transition spd="slow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8034 -0.3044 L 1.66667E-6 4.44444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010" y="150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7000"/>
                    </a14:imgEffect>
                  </a14:imgLayer>
                </a14:imgProps>
              </a:ext>
            </a:extLst>
          </a:blip>
          <a:srcRect/>
          <a:stretch>
            <a:fillRect t="-21000" b="-2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ACE9252-26F8-BC27-BD7B-283E3F6ECD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141" b="94297" l="10000" r="96641">
                        <a14:foregroundMark x1="15859" y1="14141" x2="15391" y2="22031"/>
                        <a14:foregroundMark x1="15391" y1="22031" x2="11172" y2="29297"/>
                        <a14:foregroundMark x1="11172" y1="29297" x2="10000" y2="34297"/>
                        <a14:foregroundMark x1="24063" y1="11250" x2="31250" y2="10625"/>
                        <a14:foregroundMark x1="31250" y1="10625" x2="22656" y2="9141"/>
                        <a14:foregroundMark x1="40703" y1="16406" x2="38203" y2="23438"/>
                        <a14:foregroundMark x1="38203" y1="23438" x2="39453" y2="16953"/>
                        <a14:foregroundMark x1="63906" y1="37109" x2="72500" y2="39766"/>
                        <a14:foregroundMark x1="72500" y1="39766" x2="63438" y2="38594"/>
                        <a14:foregroundMark x1="63438" y1="38594" x2="78828" y2="47344"/>
                        <a14:foregroundMark x1="78828" y1="47344" x2="83906" y2="55703"/>
                        <a14:foregroundMark x1="89844" y1="73359" x2="92734" y2="80078"/>
                        <a14:foregroundMark x1="92734" y1="80078" x2="90547" y2="83047"/>
                        <a14:foregroundMark x1="95703" y1="78750" x2="96641" y2="79688"/>
                        <a14:foregroundMark x1="62656" y1="91250" x2="71094" y2="91641"/>
                        <a14:foregroundMark x1="71094" y1="91641" x2="66625" y2="93387"/>
                        <a14:foregroundMark x1="32031" y1="9297" x2="25156" y2="9141"/>
                        <a14:backgroundMark x1="66797" y1="93594" x2="65391" y2="94141"/>
                        <a14:backgroundMark x1="66406" y1="94453" x2="64609" y2="94063"/>
                        <a14:backgroundMark x1="64141" y1="94844" x2="64453" y2="946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753059" y="4214378"/>
            <a:ext cx="2400301" cy="2400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9848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1000">
        <p159:morph option="byObject"/>
      </p:transition>
    </mc:Choice>
    <mc:Fallback>
      <p:transition spd="slow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7000"/>
                    </a14:imgEffect>
                  </a14:imgLayer>
                </a14:imgProps>
              </a:ext>
            </a:extLst>
          </a:blip>
          <a:srcRect/>
          <a:stretch>
            <a:fillRect t="-21000" b="-2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ACE9252-26F8-BC27-BD7B-283E3F6ECD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141" b="94297" l="10000" r="96641">
                        <a14:foregroundMark x1="15859" y1="14141" x2="15391" y2="22031"/>
                        <a14:foregroundMark x1="15391" y1="22031" x2="11172" y2="29297"/>
                        <a14:foregroundMark x1="11172" y1="29297" x2="10000" y2="34297"/>
                        <a14:foregroundMark x1="24063" y1="11250" x2="31250" y2="10625"/>
                        <a14:foregroundMark x1="31250" y1="10625" x2="22656" y2="9141"/>
                        <a14:foregroundMark x1="40703" y1="16406" x2="38203" y2="23438"/>
                        <a14:foregroundMark x1="38203" y1="23438" x2="39453" y2="16953"/>
                        <a14:foregroundMark x1="63906" y1="37109" x2="72500" y2="39766"/>
                        <a14:foregroundMark x1="72500" y1="39766" x2="63438" y2="38594"/>
                        <a14:foregroundMark x1="63438" y1="38594" x2="78828" y2="47344"/>
                        <a14:foregroundMark x1="78828" y1="47344" x2="83906" y2="55703"/>
                        <a14:foregroundMark x1="89844" y1="73359" x2="92734" y2="80078"/>
                        <a14:foregroundMark x1="92734" y1="80078" x2="90547" y2="83047"/>
                        <a14:foregroundMark x1="95703" y1="78750" x2="96641" y2="79688"/>
                        <a14:foregroundMark x1="62656" y1="91250" x2="71094" y2="91641"/>
                        <a14:foregroundMark x1="71094" y1="91641" x2="66625" y2="93387"/>
                        <a14:foregroundMark x1="32031" y1="9297" x2="25156" y2="9141"/>
                        <a14:backgroundMark x1="66797" y1="93594" x2="65391" y2="94141"/>
                        <a14:backgroundMark x1="66406" y1="94453" x2="64609" y2="94063"/>
                        <a14:backgroundMark x1="64141" y1="94844" x2="64453" y2="946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610899" y="4195524"/>
            <a:ext cx="2400301" cy="24003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0E823EA-7095-645F-161F-739D4748D9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7813" b="89844" l="9961" r="89844">
                        <a14:foregroundMark x1="53906" y1="11328" x2="51071" y2="9366"/>
                        <a14:backgroundMark x1="49023" y1="8789" x2="48438" y2="7227"/>
                        <a14:backgroundMark x1="50391" y1="8789" x2="49609" y2="8984"/>
                        <a14:backgroundMark x1="50000" y1="9180" x2="50391" y2="976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18976" y="2460391"/>
            <a:ext cx="4029074" cy="4029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1269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1000">
        <p159:morph option="byObject"/>
      </p:transition>
    </mc:Choice>
    <mc:Fallback>
      <p:transition spd="slow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3.7037E-6 L 0.75222 -0.0189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04" y="-94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7000"/>
                    </a14:imgEffect>
                  </a14:imgLayer>
                </a14:imgProps>
              </a:ext>
            </a:extLst>
          </a:blip>
          <a:srcRect/>
          <a:stretch>
            <a:fillRect t="-21000" b="-2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ACE9252-26F8-BC27-BD7B-283E3F6ECD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141" b="94297" l="10000" r="96641">
                        <a14:foregroundMark x1="15859" y1="14141" x2="15391" y2="22031"/>
                        <a14:foregroundMark x1="15391" y1="22031" x2="11172" y2="29297"/>
                        <a14:foregroundMark x1="11172" y1="29297" x2="10000" y2="34297"/>
                        <a14:foregroundMark x1="24063" y1="11250" x2="31250" y2="10625"/>
                        <a14:foregroundMark x1="31250" y1="10625" x2="22656" y2="9141"/>
                        <a14:foregroundMark x1="40703" y1="16406" x2="38203" y2="23438"/>
                        <a14:foregroundMark x1="38203" y1="23438" x2="39453" y2="16953"/>
                        <a14:foregroundMark x1="63906" y1="37109" x2="72500" y2="39766"/>
                        <a14:foregroundMark x1="72500" y1="39766" x2="63438" y2="38594"/>
                        <a14:foregroundMark x1="63438" y1="38594" x2="78828" y2="47344"/>
                        <a14:foregroundMark x1="78828" y1="47344" x2="83906" y2="55703"/>
                        <a14:foregroundMark x1="89844" y1="73359" x2="92734" y2="80078"/>
                        <a14:foregroundMark x1="92734" y1="80078" x2="90547" y2="83047"/>
                        <a14:foregroundMark x1="95703" y1="78750" x2="96641" y2="79688"/>
                        <a14:foregroundMark x1="62656" y1="91250" x2="71094" y2="91641"/>
                        <a14:foregroundMark x1="71094" y1="91641" x2="66625" y2="93387"/>
                        <a14:foregroundMark x1="32031" y1="9297" x2="25156" y2="9141"/>
                        <a14:backgroundMark x1="66797" y1="93594" x2="65391" y2="94141"/>
                        <a14:backgroundMark x1="66406" y1="94453" x2="64609" y2="94063"/>
                        <a14:backgroundMark x1="64141" y1="94844" x2="64453" y2="946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610899" y="4195524"/>
            <a:ext cx="2400301" cy="24003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0E823EA-7095-645F-161F-739D4748D9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7813" b="89844" l="9961" r="89844">
                        <a14:foregroundMark x1="53906" y1="11328" x2="51071" y2="9366"/>
                        <a14:backgroundMark x1="49023" y1="8789" x2="48438" y2="7227"/>
                        <a14:backgroundMark x1="50391" y1="8789" x2="49609" y2="8984"/>
                        <a14:backgroundMark x1="50000" y1="9180" x2="50391" y2="976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9160" y="2262475"/>
            <a:ext cx="4029074" cy="4029074"/>
          </a:xfrm>
          <a:prstGeom prst="rect">
            <a:avLst/>
          </a:prstGeom>
        </p:spPr>
      </p:pic>
      <p:sp>
        <p:nvSpPr>
          <p:cNvPr id="4" name="Thought Bubble: Cloud 3">
            <a:extLst>
              <a:ext uri="{FF2B5EF4-FFF2-40B4-BE49-F238E27FC236}">
                <a16:creationId xmlns:a16="http://schemas.microsoft.com/office/drawing/2014/main" id="{4972839E-DFE9-C560-0A92-42D1DD065E81}"/>
              </a:ext>
            </a:extLst>
          </p:cNvPr>
          <p:cNvSpPr/>
          <p:nvPr/>
        </p:nvSpPr>
        <p:spPr>
          <a:xfrm flipH="1">
            <a:off x="7541536" y="2262475"/>
            <a:ext cx="3340730" cy="1747804"/>
          </a:xfrm>
          <a:prstGeom prst="cloud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1E60744-5EE0-278A-D85C-39A08C9E1F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8204208" y="2740852"/>
            <a:ext cx="2087735" cy="391648"/>
          </a:xfrm>
        </p:spPr>
        <p:txBody>
          <a:bodyPr>
            <a:noAutofit/>
          </a:bodyPr>
          <a:lstStyle/>
          <a:p>
            <a:r>
              <a:rPr lang="en-US" sz="20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Ma jeet </a:t>
            </a:r>
            <a:r>
              <a:rPr lang="en-US" sz="2000" dirty="0" err="1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gia</a:t>
            </a:r>
            <a:r>
              <a:rPr lang="en-US" sz="20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 …</a:t>
            </a:r>
          </a:p>
          <a:p>
            <a:r>
              <a:rPr lang="en-US" sz="20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Tu </a:t>
            </a:r>
            <a:r>
              <a:rPr lang="en-US" sz="2000" dirty="0" err="1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haar</a:t>
            </a:r>
            <a:r>
              <a:rPr lang="en-US" sz="20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gia</a:t>
            </a:r>
            <a:r>
              <a:rPr lang="en-US" sz="20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ahnschrift" panose="020B0502040204020203" pitchFamily="34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9051896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1000">
        <p159:morph option="byObject"/>
      </p:transition>
    </mc:Choice>
    <mc:Fallback>
      <p:transition spd="slow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7000"/>
                    </a14:imgEffect>
                  </a14:imgLayer>
                </a14:imgProps>
              </a:ext>
            </a:extLst>
          </a:blip>
          <a:srcRect/>
          <a:stretch>
            <a:fillRect t="-21000" b="-2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inners podium,first ,second, third,cartoon flat illustration 17082213  Vector Art at Vecteezy">
            <a:extLst>
              <a:ext uri="{FF2B5EF4-FFF2-40B4-BE49-F238E27FC236}">
                <a16:creationId xmlns:a16="http://schemas.microsoft.com/office/drawing/2014/main" id="{46A84678-07EB-5D4B-4DA1-E5FF63350A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backgroundMark x1="59261" y1="55204" x2="61214" y2="62143"/>
                        <a14:backgroundMark x1="61214" y1="62143" x2="66016" y2="57653"/>
                        <a14:backgroundMark x1="66016" y1="57653" x2="67704" y2="50918"/>
                        <a14:backgroundMark x1="67704" y1="50918" x2="63272" y2="59286"/>
                        <a14:backgroundMark x1="63272" y1="59286" x2="69340" y2="62653"/>
                        <a14:backgroundMark x1="69340" y1="62653" x2="73193" y2="58878"/>
                        <a14:backgroundMark x1="73193" y1="58878" x2="68918" y2="54796"/>
                        <a14:backgroundMark x1="68918" y1="54796" x2="59472" y2="57143"/>
                        <a14:backgroundMark x1="59472" y1="57143" x2="63377" y2="56939"/>
                        <a14:backgroundMark x1="63377" y1="56939" x2="79420" y2="68776"/>
                        <a14:backgroundMark x1="79420" y1="68776" x2="77361" y2="56633"/>
                        <a14:backgroundMark x1="77361" y1="56633" x2="75567" y2="65612"/>
                        <a14:backgroundMark x1="75567" y1="65612" x2="79736" y2="67143"/>
                        <a14:backgroundMark x1="79736" y1="67143" x2="76201" y2="731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411" t="18305" r="39926" b="21248"/>
          <a:stretch/>
        </p:blipFill>
        <p:spPr bwMode="auto">
          <a:xfrm>
            <a:off x="5873659" y="4409038"/>
            <a:ext cx="2884059" cy="2064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ubtitle 6">
            <a:extLst>
              <a:ext uri="{FF2B5EF4-FFF2-40B4-BE49-F238E27FC236}">
                <a16:creationId xmlns:a16="http://schemas.microsoft.com/office/drawing/2014/main" id="{96AB50A4-2F09-53E8-54A6-B614C7CD0E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48B464-6C05-C02E-1581-356AB2B1362A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469" l="24297" r="80078">
                        <a14:foregroundMark x1="43594" y1="10078" x2="39766" y2="10938"/>
                        <a14:foregroundMark x1="52188" y1="11484" x2="49844" y2="11250"/>
                        <a14:foregroundMark x1="61172" y1="87656" x2="43594" y2="86719"/>
                        <a14:foregroundMark x1="43594" y1="86719" x2="38359" y2="89609"/>
                        <a14:foregroundMark x1="61172" y1="89141" x2="54766" y2="90469"/>
                      </a14:backgroundRemoval>
                    </a14:imgEffect>
                    <a14:imgEffect>
                      <a14:saturation sat="12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357" t="1764" r="12767" b="3891"/>
          <a:stretch/>
        </p:blipFill>
        <p:spPr>
          <a:xfrm flipH="1">
            <a:off x="7059043" y="2888055"/>
            <a:ext cx="1539887" cy="2369745"/>
          </a:xfrm>
          <a:prstGeom prst="ellipse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0E8A139-A6F8-A805-56BC-4FDC22B7997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3672" l="10000" r="94297">
                        <a14:foregroundMark x1="9297" y1="27344" x2="18047" y2="15313"/>
                        <a14:foregroundMark x1="18047" y1="15313" x2="31484" y2="9844"/>
                        <a14:foregroundMark x1="31484" y1="9844" x2="41406" y2="20469"/>
                        <a14:foregroundMark x1="41406" y1="20469" x2="40859" y2="46641"/>
                        <a14:foregroundMark x1="40859" y1="46641" x2="54844" y2="55625"/>
                        <a14:foregroundMark x1="54844" y1="55625" x2="62031" y2="68906"/>
                        <a14:foregroundMark x1="62031" y1="68906" x2="60938" y2="51797"/>
                        <a14:foregroundMark x1="60938" y1="51797" x2="66406" y2="38281"/>
                        <a14:foregroundMark x1="66406" y1="38281" x2="78672" y2="48281"/>
                        <a14:foregroundMark x1="78672" y1="48281" x2="83125" y2="66797"/>
                        <a14:foregroundMark x1="83125" y1="66797" x2="95938" y2="77109"/>
                        <a14:foregroundMark x1="95938" y1="77109" x2="82266" y2="71016"/>
                        <a14:foregroundMark x1="73670" y1="78222" x2="69219" y2="81953"/>
                        <a14:foregroundMark x1="82266" y1="71016" x2="78330" y2="74315"/>
                        <a14:foregroundMark x1="69219" y1="81953" x2="75938" y2="90078"/>
                        <a14:foregroundMark x1="92656" y1="71641" x2="94297" y2="83281"/>
                        <a14:foregroundMark x1="66953" y1="91953" x2="69609" y2="93672"/>
                        <a14:backgroundMark x1="75000" y1="77031" x2="76250" y2="76172"/>
                        <a14:backgroundMark x1="77266" y1="75000" x2="77422" y2="74609"/>
                        <a14:backgroundMark x1="77109" y1="75625" x2="78203" y2="74609"/>
                        <a14:backgroundMark x1="76641" y1="75625" x2="76797" y2="77266"/>
                        <a14:backgroundMark x1="74375" y1="76406" x2="75469" y2="791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096000" y="3602038"/>
            <a:ext cx="1185909" cy="118590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CFE57E52-E9F6-40E9-3F5A-F524B2B0EF69}"/>
              </a:ext>
            </a:extLst>
          </p:cNvPr>
          <p:cNvSpPr txBox="1">
            <a:spLocks/>
          </p:cNvSpPr>
          <p:nvPr/>
        </p:nvSpPr>
        <p:spPr>
          <a:xfrm flipH="1">
            <a:off x="805757" y="579422"/>
            <a:ext cx="9486185" cy="25530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2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Impact" panose="020B0806030902050204" pitchFamily="34" charset="0"/>
              </a:rPr>
              <a:t>Kabhi </a:t>
            </a:r>
            <a:r>
              <a:rPr lang="en-US" sz="7200" dirty="0" err="1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Impact" panose="020B0806030902050204" pitchFamily="34" charset="0"/>
              </a:rPr>
              <a:t>bhi</a:t>
            </a:r>
            <a:r>
              <a:rPr lang="en-US" sz="72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Impact" panose="020B0806030902050204" pitchFamily="34" charset="0"/>
              </a:rPr>
              <a:t> </a:t>
            </a:r>
            <a:r>
              <a:rPr lang="en-US" sz="7200" dirty="0" err="1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Impact" panose="020B0806030902050204" pitchFamily="34" charset="0"/>
              </a:rPr>
              <a:t>apne</a:t>
            </a:r>
            <a:r>
              <a:rPr lang="en-US" sz="72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Impact" panose="020B0806030902050204" pitchFamily="34" charset="0"/>
              </a:rPr>
              <a:t> </a:t>
            </a:r>
            <a:r>
              <a:rPr lang="en-US" sz="7200" dirty="0" err="1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Impact" panose="020B0806030902050204" pitchFamily="34" charset="0"/>
              </a:rPr>
              <a:t>dushman</a:t>
            </a:r>
            <a:r>
              <a:rPr lang="en-US" sz="72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Impact" panose="020B0806030902050204" pitchFamily="34" charset="0"/>
              </a:rPr>
              <a:t> ko </a:t>
            </a:r>
            <a:r>
              <a:rPr lang="en-US" sz="7200" dirty="0" err="1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Impact" panose="020B0806030902050204" pitchFamily="34" charset="0"/>
              </a:rPr>
              <a:t>kamzoor</a:t>
            </a:r>
            <a:r>
              <a:rPr lang="en-US" sz="72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Impact" panose="020B0806030902050204" pitchFamily="34" charset="0"/>
              </a:rPr>
              <a:t> </a:t>
            </a:r>
            <a:r>
              <a:rPr lang="en-US" sz="7200" dirty="0" err="1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Impact" panose="020B0806030902050204" pitchFamily="34" charset="0"/>
              </a:rPr>
              <a:t>na</a:t>
            </a:r>
            <a:r>
              <a:rPr lang="en-US" sz="7200" dirty="0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Impact" panose="020B0806030902050204" pitchFamily="34" charset="0"/>
              </a:rPr>
              <a:t> </a:t>
            </a:r>
            <a:r>
              <a:rPr lang="en-US" sz="7200" dirty="0" err="1"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Impact" panose="020B0806030902050204" pitchFamily="34" charset="0"/>
              </a:rPr>
              <a:t>samjho</a:t>
            </a:r>
            <a:endParaRPr lang="en-US" sz="7200" dirty="0">
              <a:solidFill>
                <a:schemeClr val="bg1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3429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1000">
        <p159:morph option="byObject"/>
      </p:transition>
    </mc:Choice>
    <mc:Fallback>
      <p:transition spd="slow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143</Words>
  <Application>Microsoft Office PowerPoint</Application>
  <PresentationFormat>Widescreen</PresentationFormat>
  <Paragraphs>21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Bahnschrift</vt:lpstr>
      <vt:lpstr>Calibri</vt:lpstr>
      <vt:lpstr>Calibri Light</vt:lpstr>
      <vt:lpstr>Impact</vt:lpstr>
      <vt:lpstr>Office Theme</vt:lpstr>
      <vt:lpstr>Race Between Rabbit &amp; Turtle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Race Between Rabbit &amp; Turtle</dc:title>
  <dc:creator>Xdevil</dc:creator>
  <cp:lastModifiedBy>Xdevil</cp:lastModifiedBy>
  <cp:revision>3</cp:revision>
  <dcterms:created xsi:type="dcterms:W3CDTF">2025-10-31T09:53:30Z</dcterms:created>
  <dcterms:modified xsi:type="dcterms:W3CDTF">2025-11-03T10:02:46Z</dcterms:modified>
</cp:coreProperties>
</file>